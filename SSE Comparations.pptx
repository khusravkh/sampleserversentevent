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E40"/>
    <a:srgbClr val="0050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AB12DA-D67D-45EB-8284-8B812F2B1B1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E6EA4A5-AAA5-449B-BDD9-896E92791A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Real-time communication in modern web applications</a:t>
          </a:r>
        </a:p>
      </dgm:t>
    </dgm:pt>
    <dgm:pt modelId="{FF77F436-B906-4096-A257-84612D2E5274}" type="parTrans" cxnId="{C82DCD84-8DA3-44B9-B6D7-9B86C41D35D4}">
      <dgm:prSet/>
      <dgm:spPr/>
      <dgm:t>
        <a:bodyPr/>
        <a:lstStyle/>
        <a:p>
          <a:endParaRPr lang="en-US"/>
        </a:p>
      </dgm:t>
    </dgm:pt>
    <dgm:pt modelId="{1B5EBBA1-C9E0-40A3-9CF1-EBDEA92A45C6}" type="sibTrans" cxnId="{C82DCD84-8DA3-44B9-B6D7-9B86C41D35D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DF814D8-2BB7-4334-B530-41B80E67685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Common approaches: SSE (Server-Sent Events) and WebSocket.</a:t>
          </a:r>
        </a:p>
      </dgm:t>
    </dgm:pt>
    <dgm:pt modelId="{9BA6FFE2-1A1E-42ED-95DC-C8F146393F78}" type="parTrans" cxnId="{9A5473E3-0D12-4460-9308-B40227CB5CE8}">
      <dgm:prSet/>
      <dgm:spPr/>
      <dgm:t>
        <a:bodyPr/>
        <a:lstStyle/>
        <a:p>
          <a:endParaRPr lang="en-US"/>
        </a:p>
      </dgm:t>
    </dgm:pt>
    <dgm:pt modelId="{9B18BFCF-BA9A-4FB6-9EB2-A879A6232E1C}" type="sibTrans" cxnId="{9A5473E3-0D12-4460-9308-B40227CB5CE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45AB118-F78F-46A9-AE2D-821963DF93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HTTP Single long-lived HTTP connection</a:t>
          </a:r>
        </a:p>
      </dgm:t>
    </dgm:pt>
    <dgm:pt modelId="{E02DDADF-04AE-41C1-BC5A-0F461BAC0C1F}" type="parTrans" cxnId="{7C2B4EDE-60D7-4347-B6EB-B3A84C7C5E84}">
      <dgm:prSet/>
      <dgm:spPr/>
      <dgm:t>
        <a:bodyPr/>
        <a:lstStyle/>
        <a:p>
          <a:endParaRPr lang="en-US"/>
        </a:p>
      </dgm:t>
    </dgm:pt>
    <dgm:pt modelId="{6F9D7BD7-5B01-442A-8862-C6FCBD1455BA}" type="sibTrans" cxnId="{7C2B4EDE-60D7-4347-B6EB-B3A84C7C5E8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3BB58AA-1294-45DE-87A8-ECB09F6CAA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SignalR as a framework simplifying real-time communication in .NET.</a:t>
          </a:r>
        </a:p>
      </dgm:t>
    </dgm:pt>
    <dgm:pt modelId="{8AE1A612-BBA3-4C72-A95A-C5F60262C40B}" type="parTrans" cxnId="{08296F2B-08C0-477F-993C-89AC26AE7AD1}">
      <dgm:prSet/>
      <dgm:spPr/>
      <dgm:t>
        <a:bodyPr/>
        <a:lstStyle/>
        <a:p>
          <a:endParaRPr lang="en-US"/>
        </a:p>
      </dgm:t>
    </dgm:pt>
    <dgm:pt modelId="{09831836-C1D6-425A-B919-06358BE48448}" type="sibTrans" cxnId="{08296F2B-08C0-477F-993C-89AC26AE7AD1}">
      <dgm:prSet/>
      <dgm:spPr/>
      <dgm:t>
        <a:bodyPr/>
        <a:lstStyle/>
        <a:p>
          <a:endParaRPr lang="en-US"/>
        </a:p>
      </dgm:t>
    </dgm:pt>
    <dgm:pt modelId="{731A2F69-21B5-46EC-A749-036D4B4F988B}" type="pres">
      <dgm:prSet presAssocID="{A2AB12DA-D67D-45EB-8284-8B812F2B1B14}" presName="root" presStyleCnt="0">
        <dgm:presLayoutVars>
          <dgm:dir/>
          <dgm:resizeHandles val="exact"/>
        </dgm:presLayoutVars>
      </dgm:prSet>
      <dgm:spPr/>
    </dgm:pt>
    <dgm:pt modelId="{92207351-B4C3-4474-BEEA-A89172CE70CB}" type="pres">
      <dgm:prSet presAssocID="{5E6EA4A5-AAA5-449B-BDD9-896E92791ABF}" presName="compNode" presStyleCnt="0"/>
      <dgm:spPr/>
    </dgm:pt>
    <dgm:pt modelId="{E642D45C-1080-4301-AECA-BA410459A329}" type="pres">
      <dgm:prSet presAssocID="{5E6EA4A5-AAA5-449B-BDD9-896E92791ABF}" presName="bgRect" presStyleLbl="bgShp" presStyleIdx="0" presStyleCnt="4"/>
      <dgm:spPr/>
    </dgm:pt>
    <dgm:pt modelId="{C1C012A6-146E-47D3-BB53-BD6D9595ED70}" type="pres">
      <dgm:prSet presAssocID="{5E6EA4A5-AAA5-449B-BDD9-896E92791AB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F2F2B596-B0C5-4459-BE83-D8024D13AA4E}" type="pres">
      <dgm:prSet presAssocID="{5E6EA4A5-AAA5-449B-BDD9-896E92791ABF}" presName="spaceRect" presStyleCnt="0"/>
      <dgm:spPr/>
    </dgm:pt>
    <dgm:pt modelId="{71963921-F9DF-4CD9-9904-6836DB017AE1}" type="pres">
      <dgm:prSet presAssocID="{5E6EA4A5-AAA5-449B-BDD9-896E92791ABF}" presName="parTx" presStyleLbl="revTx" presStyleIdx="0" presStyleCnt="4">
        <dgm:presLayoutVars>
          <dgm:chMax val="0"/>
          <dgm:chPref val="0"/>
        </dgm:presLayoutVars>
      </dgm:prSet>
      <dgm:spPr/>
    </dgm:pt>
    <dgm:pt modelId="{C152AB2A-2A59-4169-B9D8-D9F00B929A5E}" type="pres">
      <dgm:prSet presAssocID="{1B5EBBA1-C9E0-40A3-9CF1-EBDEA92A45C6}" presName="sibTrans" presStyleCnt="0"/>
      <dgm:spPr/>
    </dgm:pt>
    <dgm:pt modelId="{48A94428-AFF1-4368-B5C1-9EB921932E56}" type="pres">
      <dgm:prSet presAssocID="{1DF814D8-2BB7-4334-B530-41B80E676851}" presName="compNode" presStyleCnt="0"/>
      <dgm:spPr/>
    </dgm:pt>
    <dgm:pt modelId="{0C8CA89B-6B70-49C3-ABC2-1632D02668E0}" type="pres">
      <dgm:prSet presAssocID="{1DF814D8-2BB7-4334-B530-41B80E676851}" presName="bgRect" presStyleLbl="bgShp" presStyleIdx="1" presStyleCnt="4"/>
      <dgm:spPr/>
    </dgm:pt>
    <dgm:pt modelId="{368E27E7-3A90-4134-9C56-B101C7004D38}" type="pres">
      <dgm:prSet presAssocID="{1DF814D8-2BB7-4334-B530-41B80E67685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799DD6EA-04E5-4CF0-9B2F-4DD2F5DECE8D}" type="pres">
      <dgm:prSet presAssocID="{1DF814D8-2BB7-4334-B530-41B80E676851}" presName="spaceRect" presStyleCnt="0"/>
      <dgm:spPr/>
    </dgm:pt>
    <dgm:pt modelId="{7A4184F8-4D05-4CFC-8717-9EEE26AFD2BC}" type="pres">
      <dgm:prSet presAssocID="{1DF814D8-2BB7-4334-B530-41B80E676851}" presName="parTx" presStyleLbl="revTx" presStyleIdx="1" presStyleCnt="4">
        <dgm:presLayoutVars>
          <dgm:chMax val="0"/>
          <dgm:chPref val="0"/>
        </dgm:presLayoutVars>
      </dgm:prSet>
      <dgm:spPr/>
    </dgm:pt>
    <dgm:pt modelId="{833AF3D6-A33D-4862-A701-BFB3A02E22C1}" type="pres">
      <dgm:prSet presAssocID="{9B18BFCF-BA9A-4FB6-9EB2-A879A6232E1C}" presName="sibTrans" presStyleCnt="0"/>
      <dgm:spPr/>
    </dgm:pt>
    <dgm:pt modelId="{CAF7338C-AD4A-46BD-AF8A-2BB425743F36}" type="pres">
      <dgm:prSet presAssocID="{445AB118-F78F-46A9-AE2D-821963DF9363}" presName="compNode" presStyleCnt="0"/>
      <dgm:spPr/>
    </dgm:pt>
    <dgm:pt modelId="{42BD4A92-E239-44A7-A9A5-486178B526F8}" type="pres">
      <dgm:prSet presAssocID="{445AB118-F78F-46A9-AE2D-821963DF9363}" presName="bgRect" presStyleLbl="bgShp" presStyleIdx="2" presStyleCnt="4"/>
      <dgm:spPr/>
    </dgm:pt>
    <dgm:pt modelId="{4F944927-4518-4B02-9FF6-C5DB7B88DB38}" type="pres">
      <dgm:prSet presAssocID="{445AB118-F78F-46A9-AE2D-821963DF936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308525EF-2BCB-4585-AACA-5253ED6CB303}" type="pres">
      <dgm:prSet presAssocID="{445AB118-F78F-46A9-AE2D-821963DF9363}" presName="spaceRect" presStyleCnt="0"/>
      <dgm:spPr/>
    </dgm:pt>
    <dgm:pt modelId="{2CD79853-8616-41D8-B15E-3CE9E5577BC1}" type="pres">
      <dgm:prSet presAssocID="{445AB118-F78F-46A9-AE2D-821963DF9363}" presName="parTx" presStyleLbl="revTx" presStyleIdx="2" presStyleCnt="4">
        <dgm:presLayoutVars>
          <dgm:chMax val="0"/>
          <dgm:chPref val="0"/>
        </dgm:presLayoutVars>
      </dgm:prSet>
      <dgm:spPr/>
    </dgm:pt>
    <dgm:pt modelId="{8AABF2C6-E1A3-47E1-9DEE-C5C7A957635D}" type="pres">
      <dgm:prSet presAssocID="{6F9D7BD7-5B01-442A-8862-C6FCBD1455BA}" presName="sibTrans" presStyleCnt="0"/>
      <dgm:spPr/>
    </dgm:pt>
    <dgm:pt modelId="{45958634-D6ED-4406-ACBE-450836D76B2D}" type="pres">
      <dgm:prSet presAssocID="{53BB58AA-1294-45DE-87A8-ECB09F6CAA61}" presName="compNode" presStyleCnt="0"/>
      <dgm:spPr/>
    </dgm:pt>
    <dgm:pt modelId="{7638AAF8-2549-4146-BC06-B795DF7B7AF7}" type="pres">
      <dgm:prSet presAssocID="{53BB58AA-1294-45DE-87A8-ECB09F6CAA61}" presName="bgRect" presStyleLbl="bgShp" presStyleIdx="3" presStyleCnt="4"/>
      <dgm:spPr/>
    </dgm:pt>
    <dgm:pt modelId="{2F494F02-548A-41D2-ABC6-527731BCFEED}" type="pres">
      <dgm:prSet presAssocID="{53BB58AA-1294-45DE-87A8-ECB09F6CAA61}" presName="iconRect" presStyleLbl="node1" presStyleIdx="3" presStyleCnt="4"/>
      <dgm:spPr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</dgm:pt>
    <dgm:pt modelId="{5F8E35DD-E269-4856-B039-7FF13E941CCC}" type="pres">
      <dgm:prSet presAssocID="{53BB58AA-1294-45DE-87A8-ECB09F6CAA61}" presName="spaceRect" presStyleCnt="0"/>
      <dgm:spPr/>
    </dgm:pt>
    <dgm:pt modelId="{9CB661C2-427D-4567-AE50-690A4F2CB8FE}" type="pres">
      <dgm:prSet presAssocID="{53BB58AA-1294-45DE-87A8-ECB09F6CAA6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8296F2B-08C0-477F-993C-89AC26AE7AD1}" srcId="{A2AB12DA-D67D-45EB-8284-8B812F2B1B14}" destId="{53BB58AA-1294-45DE-87A8-ECB09F6CAA61}" srcOrd="3" destOrd="0" parTransId="{8AE1A612-BBA3-4C72-A95A-C5F60262C40B}" sibTransId="{09831836-C1D6-425A-B919-06358BE48448}"/>
    <dgm:cxn modelId="{0E94565D-6ECA-4427-A8A1-66310434463F}" type="presOf" srcId="{53BB58AA-1294-45DE-87A8-ECB09F6CAA61}" destId="{9CB661C2-427D-4567-AE50-690A4F2CB8FE}" srcOrd="0" destOrd="0" presId="urn:microsoft.com/office/officeart/2018/2/layout/IconVerticalSolidList"/>
    <dgm:cxn modelId="{C82DCD84-8DA3-44B9-B6D7-9B86C41D35D4}" srcId="{A2AB12DA-D67D-45EB-8284-8B812F2B1B14}" destId="{5E6EA4A5-AAA5-449B-BDD9-896E92791ABF}" srcOrd="0" destOrd="0" parTransId="{FF77F436-B906-4096-A257-84612D2E5274}" sibTransId="{1B5EBBA1-C9E0-40A3-9CF1-EBDEA92A45C6}"/>
    <dgm:cxn modelId="{C613239B-955E-4015-BE95-606B9F9BF39B}" type="presOf" srcId="{A2AB12DA-D67D-45EB-8284-8B812F2B1B14}" destId="{731A2F69-21B5-46EC-A749-036D4B4F988B}" srcOrd="0" destOrd="0" presId="urn:microsoft.com/office/officeart/2018/2/layout/IconVerticalSolidList"/>
    <dgm:cxn modelId="{E3F1F4B5-94F5-4E31-9706-CFF7062954A6}" type="presOf" srcId="{445AB118-F78F-46A9-AE2D-821963DF9363}" destId="{2CD79853-8616-41D8-B15E-3CE9E5577BC1}" srcOrd="0" destOrd="0" presId="urn:microsoft.com/office/officeart/2018/2/layout/IconVerticalSolidList"/>
    <dgm:cxn modelId="{4EA64EB8-E5E5-4C9D-A222-6766A5E23BA5}" type="presOf" srcId="{1DF814D8-2BB7-4334-B530-41B80E676851}" destId="{7A4184F8-4D05-4CFC-8717-9EEE26AFD2BC}" srcOrd="0" destOrd="0" presId="urn:microsoft.com/office/officeart/2018/2/layout/IconVerticalSolidList"/>
    <dgm:cxn modelId="{7C2B4EDE-60D7-4347-B6EB-B3A84C7C5E84}" srcId="{A2AB12DA-D67D-45EB-8284-8B812F2B1B14}" destId="{445AB118-F78F-46A9-AE2D-821963DF9363}" srcOrd="2" destOrd="0" parTransId="{E02DDADF-04AE-41C1-BC5A-0F461BAC0C1F}" sibTransId="{6F9D7BD7-5B01-442A-8862-C6FCBD1455BA}"/>
    <dgm:cxn modelId="{9A5473E3-0D12-4460-9308-B40227CB5CE8}" srcId="{A2AB12DA-D67D-45EB-8284-8B812F2B1B14}" destId="{1DF814D8-2BB7-4334-B530-41B80E676851}" srcOrd="1" destOrd="0" parTransId="{9BA6FFE2-1A1E-42ED-95DC-C8F146393F78}" sibTransId="{9B18BFCF-BA9A-4FB6-9EB2-A879A6232E1C}"/>
    <dgm:cxn modelId="{2E0283EE-AD75-49AE-8F6D-0E0DBE9AD4F6}" type="presOf" srcId="{5E6EA4A5-AAA5-449B-BDD9-896E92791ABF}" destId="{71963921-F9DF-4CD9-9904-6836DB017AE1}" srcOrd="0" destOrd="0" presId="urn:microsoft.com/office/officeart/2018/2/layout/IconVerticalSolidList"/>
    <dgm:cxn modelId="{C4C309B9-4799-4AD5-9B9D-F07EB679FB88}" type="presParOf" srcId="{731A2F69-21B5-46EC-A749-036D4B4F988B}" destId="{92207351-B4C3-4474-BEEA-A89172CE70CB}" srcOrd="0" destOrd="0" presId="urn:microsoft.com/office/officeart/2018/2/layout/IconVerticalSolidList"/>
    <dgm:cxn modelId="{09E929C3-4F60-46C2-AB48-4DF762A8010B}" type="presParOf" srcId="{92207351-B4C3-4474-BEEA-A89172CE70CB}" destId="{E642D45C-1080-4301-AECA-BA410459A329}" srcOrd="0" destOrd="0" presId="urn:microsoft.com/office/officeart/2018/2/layout/IconVerticalSolidList"/>
    <dgm:cxn modelId="{55A0819B-B3A9-4B0D-8BC9-641A44581EC0}" type="presParOf" srcId="{92207351-B4C3-4474-BEEA-A89172CE70CB}" destId="{C1C012A6-146E-47D3-BB53-BD6D9595ED70}" srcOrd="1" destOrd="0" presId="urn:microsoft.com/office/officeart/2018/2/layout/IconVerticalSolidList"/>
    <dgm:cxn modelId="{3C120C68-414B-4FBD-96CA-6FB83ECFBDDB}" type="presParOf" srcId="{92207351-B4C3-4474-BEEA-A89172CE70CB}" destId="{F2F2B596-B0C5-4459-BE83-D8024D13AA4E}" srcOrd="2" destOrd="0" presId="urn:microsoft.com/office/officeart/2018/2/layout/IconVerticalSolidList"/>
    <dgm:cxn modelId="{0C617A96-273A-408E-ACF9-1CEE91D4D555}" type="presParOf" srcId="{92207351-B4C3-4474-BEEA-A89172CE70CB}" destId="{71963921-F9DF-4CD9-9904-6836DB017AE1}" srcOrd="3" destOrd="0" presId="urn:microsoft.com/office/officeart/2018/2/layout/IconVerticalSolidList"/>
    <dgm:cxn modelId="{FE5C94E7-0F1D-49DB-A287-B1CF94CDEB94}" type="presParOf" srcId="{731A2F69-21B5-46EC-A749-036D4B4F988B}" destId="{C152AB2A-2A59-4169-B9D8-D9F00B929A5E}" srcOrd="1" destOrd="0" presId="urn:microsoft.com/office/officeart/2018/2/layout/IconVerticalSolidList"/>
    <dgm:cxn modelId="{81F03452-DD8D-4030-8C5E-B938002FA5B4}" type="presParOf" srcId="{731A2F69-21B5-46EC-A749-036D4B4F988B}" destId="{48A94428-AFF1-4368-B5C1-9EB921932E56}" srcOrd="2" destOrd="0" presId="urn:microsoft.com/office/officeart/2018/2/layout/IconVerticalSolidList"/>
    <dgm:cxn modelId="{8C24323E-7282-4ED9-BBF1-A3692F561F70}" type="presParOf" srcId="{48A94428-AFF1-4368-B5C1-9EB921932E56}" destId="{0C8CA89B-6B70-49C3-ABC2-1632D02668E0}" srcOrd="0" destOrd="0" presId="urn:microsoft.com/office/officeart/2018/2/layout/IconVerticalSolidList"/>
    <dgm:cxn modelId="{CC046073-EBDA-4930-8BC7-5FE9E14122C1}" type="presParOf" srcId="{48A94428-AFF1-4368-B5C1-9EB921932E56}" destId="{368E27E7-3A90-4134-9C56-B101C7004D38}" srcOrd="1" destOrd="0" presId="urn:microsoft.com/office/officeart/2018/2/layout/IconVerticalSolidList"/>
    <dgm:cxn modelId="{6588F3A7-60BD-43F7-B6A2-6C763209883C}" type="presParOf" srcId="{48A94428-AFF1-4368-B5C1-9EB921932E56}" destId="{799DD6EA-04E5-4CF0-9B2F-4DD2F5DECE8D}" srcOrd="2" destOrd="0" presId="urn:microsoft.com/office/officeart/2018/2/layout/IconVerticalSolidList"/>
    <dgm:cxn modelId="{5E4BCE77-FB45-42CB-BDC1-B4FA99D9636F}" type="presParOf" srcId="{48A94428-AFF1-4368-B5C1-9EB921932E56}" destId="{7A4184F8-4D05-4CFC-8717-9EEE26AFD2BC}" srcOrd="3" destOrd="0" presId="urn:microsoft.com/office/officeart/2018/2/layout/IconVerticalSolidList"/>
    <dgm:cxn modelId="{FF36F886-BC5C-42F1-B901-FB8FF9ECAFC5}" type="presParOf" srcId="{731A2F69-21B5-46EC-A749-036D4B4F988B}" destId="{833AF3D6-A33D-4862-A701-BFB3A02E22C1}" srcOrd="3" destOrd="0" presId="urn:microsoft.com/office/officeart/2018/2/layout/IconVerticalSolidList"/>
    <dgm:cxn modelId="{9A0EAD0C-2A70-4527-8EB6-FB834813F118}" type="presParOf" srcId="{731A2F69-21B5-46EC-A749-036D4B4F988B}" destId="{CAF7338C-AD4A-46BD-AF8A-2BB425743F36}" srcOrd="4" destOrd="0" presId="urn:microsoft.com/office/officeart/2018/2/layout/IconVerticalSolidList"/>
    <dgm:cxn modelId="{C7FC7459-831F-46EB-A952-9BC931479B45}" type="presParOf" srcId="{CAF7338C-AD4A-46BD-AF8A-2BB425743F36}" destId="{42BD4A92-E239-44A7-A9A5-486178B526F8}" srcOrd="0" destOrd="0" presId="urn:microsoft.com/office/officeart/2018/2/layout/IconVerticalSolidList"/>
    <dgm:cxn modelId="{E30091DA-DADF-4DFB-ACC9-0A71474DE9C2}" type="presParOf" srcId="{CAF7338C-AD4A-46BD-AF8A-2BB425743F36}" destId="{4F944927-4518-4B02-9FF6-C5DB7B88DB38}" srcOrd="1" destOrd="0" presId="urn:microsoft.com/office/officeart/2018/2/layout/IconVerticalSolidList"/>
    <dgm:cxn modelId="{27A531F2-AF8D-41B4-8255-DBF27CD63306}" type="presParOf" srcId="{CAF7338C-AD4A-46BD-AF8A-2BB425743F36}" destId="{308525EF-2BCB-4585-AACA-5253ED6CB303}" srcOrd="2" destOrd="0" presId="urn:microsoft.com/office/officeart/2018/2/layout/IconVerticalSolidList"/>
    <dgm:cxn modelId="{936E855E-B572-4B37-9B64-3A467E296354}" type="presParOf" srcId="{CAF7338C-AD4A-46BD-AF8A-2BB425743F36}" destId="{2CD79853-8616-41D8-B15E-3CE9E5577BC1}" srcOrd="3" destOrd="0" presId="urn:microsoft.com/office/officeart/2018/2/layout/IconVerticalSolidList"/>
    <dgm:cxn modelId="{B662E2DC-92A2-417A-8471-61B2E3FDFBB0}" type="presParOf" srcId="{731A2F69-21B5-46EC-A749-036D4B4F988B}" destId="{8AABF2C6-E1A3-47E1-9DEE-C5C7A957635D}" srcOrd="5" destOrd="0" presId="urn:microsoft.com/office/officeart/2018/2/layout/IconVerticalSolidList"/>
    <dgm:cxn modelId="{CF9A2FFB-10E4-4C46-84CF-3F02ED081B4A}" type="presParOf" srcId="{731A2F69-21B5-46EC-A749-036D4B4F988B}" destId="{45958634-D6ED-4406-ACBE-450836D76B2D}" srcOrd="6" destOrd="0" presId="urn:microsoft.com/office/officeart/2018/2/layout/IconVerticalSolidList"/>
    <dgm:cxn modelId="{368071F5-5EF2-4554-9759-5A239068437A}" type="presParOf" srcId="{45958634-D6ED-4406-ACBE-450836D76B2D}" destId="{7638AAF8-2549-4146-BC06-B795DF7B7AF7}" srcOrd="0" destOrd="0" presId="urn:microsoft.com/office/officeart/2018/2/layout/IconVerticalSolidList"/>
    <dgm:cxn modelId="{AC0C90DF-305B-437F-9D1E-A879C46553C5}" type="presParOf" srcId="{45958634-D6ED-4406-ACBE-450836D76B2D}" destId="{2F494F02-548A-41D2-ABC6-527731BCFEED}" srcOrd="1" destOrd="0" presId="urn:microsoft.com/office/officeart/2018/2/layout/IconVerticalSolidList"/>
    <dgm:cxn modelId="{D75A3D42-C061-4604-8025-17CDC7F6BCCE}" type="presParOf" srcId="{45958634-D6ED-4406-ACBE-450836D76B2D}" destId="{5F8E35DD-E269-4856-B039-7FF13E941CCC}" srcOrd="2" destOrd="0" presId="urn:microsoft.com/office/officeart/2018/2/layout/IconVerticalSolidList"/>
    <dgm:cxn modelId="{42E5FA89-25C6-4746-B115-FBC5D9D30412}" type="presParOf" srcId="{45958634-D6ED-4406-ACBE-450836D76B2D}" destId="{9CB661C2-427D-4567-AE50-690A4F2CB8F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7EEDC3D-C89F-4FCF-B464-5398CC63E056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5F2C25E1-75F8-4513-9A2A-18DFE95A8C86}">
      <dgm:prSet/>
      <dgm:spPr/>
      <dgm:t>
        <a:bodyPr/>
        <a:lstStyle/>
        <a:p>
          <a:r>
            <a:rPr lang="en-US" dirty="0"/>
            <a:t>A unidirectional communication protocol</a:t>
          </a:r>
        </a:p>
      </dgm:t>
    </dgm:pt>
    <dgm:pt modelId="{DFBD7F92-25F3-4380-80A6-6671E7B74B25}" type="parTrans" cxnId="{C72A145E-343C-4BA7-8766-7BBD20BDA4BD}">
      <dgm:prSet/>
      <dgm:spPr/>
      <dgm:t>
        <a:bodyPr/>
        <a:lstStyle/>
        <a:p>
          <a:endParaRPr lang="en-US"/>
        </a:p>
      </dgm:t>
    </dgm:pt>
    <dgm:pt modelId="{6E4A8579-C652-4357-A96A-889F51B7D6CD}" type="sibTrans" cxnId="{C72A145E-343C-4BA7-8766-7BBD20BDA4BD}">
      <dgm:prSet/>
      <dgm:spPr/>
      <dgm:t>
        <a:bodyPr/>
        <a:lstStyle/>
        <a:p>
          <a:endParaRPr lang="en-US"/>
        </a:p>
      </dgm:t>
    </dgm:pt>
    <dgm:pt modelId="{8B860554-FF92-4C9E-98E1-8E9D52D85887}">
      <dgm:prSet/>
      <dgm:spPr/>
      <dgm:t>
        <a:bodyPr/>
        <a:lstStyle/>
        <a:p>
          <a:r>
            <a:rPr lang="en-US" dirty="0"/>
            <a:t>Uses a single long-lived HTTP connection</a:t>
          </a:r>
        </a:p>
      </dgm:t>
    </dgm:pt>
    <dgm:pt modelId="{8614DA01-760F-4225-9CA2-B81782418EED}" type="parTrans" cxnId="{95697ED4-FF9F-4230-81A9-EE01B5B92506}">
      <dgm:prSet/>
      <dgm:spPr/>
      <dgm:t>
        <a:bodyPr/>
        <a:lstStyle/>
        <a:p>
          <a:endParaRPr lang="en-US"/>
        </a:p>
      </dgm:t>
    </dgm:pt>
    <dgm:pt modelId="{769E850D-EBE9-4A32-90EE-C3CD92744FEC}" type="sibTrans" cxnId="{95697ED4-FF9F-4230-81A9-EE01B5B92506}">
      <dgm:prSet/>
      <dgm:spPr/>
      <dgm:t>
        <a:bodyPr/>
        <a:lstStyle/>
        <a:p>
          <a:endParaRPr lang="en-US"/>
        </a:p>
      </dgm:t>
    </dgm:pt>
    <dgm:pt modelId="{18F6443F-6FDA-431A-BBAA-3DD114D6ED55}">
      <dgm:prSet/>
      <dgm:spPr/>
      <dgm:t>
        <a:bodyPr/>
        <a:lstStyle/>
        <a:p>
          <a:r>
            <a:rPr lang="en-US" dirty="0"/>
            <a:t>Client subscribes to events.</a:t>
          </a:r>
        </a:p>
      </dgm:t>
    </dgm:pt>
    <dgm:pt modelId="{596CE4F0-15E6-40AC-8E5C-0C3A795B1C30}" type="parTrans" cxnId="{4259049C-54A7-481B-BB72-37FCC01F1667}">
      <dgm:prSet/>
      <dgm:spPr/>
      <dgm:t>
        <a:bodyPr/>
        <a:lstStyle/>
        <a:p>
          <a:endParaRPr lang="en-US"/>
        </a:p>
      </dgm:t>
    </dgm:pt>
    <dgm:pt modelId="{235A7E0B-3BFE-4DED-ABB4-2CDD045D5386}" type="sibTrans" cxnId="{4259049C-54A7-481B-BB72-37FCC01F1667}">
      <dgm:prSet/>
      <dgm:spPr/>
      <dgm:t>
        <a:bodyPr/>
        <a:lstStyle/>
        <a:p>
          <a:endParaRPr lang="en-US"/>
        </a:p>
      </dgm:t>
    </dgm:pt>
    <dgm:pt modelId="{17280FAC-A1B6-47BC-B2C3-3B6768E23126}">
      <dgm:prSet/>
      <dgm:spPr/>
      <dgm:t>
        <a:bodyPr/>
        <a:lstStyle/>
        <a:p>
          <a:r>
            <a:rPr lang="en-US"/>
            <a:t>JobLogId</a:t>
          </a:r>
        </a:p>
      </dgm:t>
    </dgm:pt>
    <dgm:pt modelId="{74CB80A1-180E-4367-9D42-1EA7E7314BE2}" type="parTrans" cxnId="{033D5A6B-F21F-4787-8832-0EA6859FF105}">
      <dgm:prSet/>
      <dgm:spPr/>
      <dgm:t>
        <a:bodyPr/>
        <a:lstStyle/>
        <a:p>
          <a:endParaRPr lang="en-US"/>
        </a:p>
      </dgm:t>
    </dgm:pt>
    <dgm:pt modelId="{B77DDCFC-5B84-46D1-80C2-6F070553E3E9}" type="sibTrans" cxnId="{033D5A6B-F21F-4787-8832-0EA6859FF105}">
      <dgm:prSet/>
      <dgm:spPr/>
      <dgm:t>
        <a:bodyPr/>
        <a:lstStyle/>
        <a:p>
          <a:endParaRPr lang="en-US"/>
        </a:p>
      </dgm:t>
    </dgm:pt>
    <dgm:pt modelId="{17AD5232-27A6-47E9-B955-5F4F09429C9E}" type="pres">
      <dgm:prSet presAssocID="{07EEDC3D-C89F-4FCF-B464-5398CC63E056}" presName="vert0" presStyleCnt="0">
        <dgm:presLayoutVars>
          <dgm:dir/>
          <dgm:animOne val="branch"/>
          <dgm:animLvl val="lvl"/>
        </dgm:presLayoutVars>
      </dgm:prSet>
      <dgm:spPr/>
    </dgm:pt>
    <dgm:pt modelId="{0B95C7AD-2EA1-42C9-9F29-79697B6B086B}" type="pres">
      <dgm:prSet presAssocID="{5F2C25E1-75F8-4513-9A2A-18DFE95A8C86}" presName="thickLine" presStyleLbl="alignNode1" presStyleIdx="0" presStyleCnt="4"/>
      <dgm:spPr/>
    </dgm:pt>
    <dgm:pt modelId="{D792665C-1634-48AC-8C5C-F6A73921B2EF}" type="pres">
      <dgm:prSet presAssocID="{5F2C25E1-75F8-4513-9A2A-18DFE95A8C86}" presName="horz1" presStyleCnt="0"/>
      <dgm:spPr/>
    </dgm:pt>
    <dgm:pt modelId="{D9EB6409-9019-4E63-9515-415EAA517B68}" type="pres">
      <dgm:prSet presAssocID="{5F2C25E1-75F8-4513-9A2A-18DFE95A8C86}" presName="tx1" presStyleLbl="revTx" presStyleIdx="0" presStyleCnt="4"/>
      <dgm:spPr/>
    </dgm:pt>
    <dgm:pt modelId="{4855733B-623C-489F-B647-BC3B91E9C006}" type="pres">
      <dgm:prSet presAssocID="{5F2C25E1-75F8-4513-9A2A-18DFE95A8C86}" presName="vert1" presStyleCnt="0"/>
      <dgm:spPr/>
    </dgm:pt>
    <dgm:pt modelId="{F4F2781B-001B-48EE-B5BC-F0ABD641C70C}" type="pres">
      <dgm:prSet presAssocID="{8B860554-FF92-4C9E-98E1-8E9D52D85887}" presName="thickLine" presStyleLbl="alignNode1" presStyleIdx="1" presStyleCnt="4"/>
      <dgm:spPr/>
    </dgm:pt>
    <dgm:pt modelId="{D14F369A-C7B2-4D09-90BA-DBC9E06A2128}" type="pres">
      <dgm:prSet presAssocID="{8B860554-FF92-4C9E-98E1-8E9D52D85887}" presName="horz1" presStyleCnt="0"/>
      <dgm:spPr/>
    </dgm:pt>
    <dgm:pt modelId="{0A8E2D0C-8D14-4442-BC5C-01F3B5CF0ACB}" type="pres">
      <dgm:prSet presAssocID="{8B860554-FF92-4C9E-98E1-8E9D52D85887}" presName="tx1" presStyleLbl="revTx" presStyleIdx="1" presStyleCnt="4"/>
      <dgm:spPr/>
    </dgm:pt>
    <dgm:pt modelId="{E7E6055C-0D20-4344-861F-0CBDCDAACF7A}" type="pres">
      <dgm:prSet presAssocID="{8B860554-FF92-4C9E-98E1-8E9D52D85887}" presName="vert1" presStyleCnt="0"/>
      <dgm:spPr/>
    </dgm:pt>
    <dgm:pt modelId="{FF303B5C-54AD-4F3F-A9CF-259195FC0456}" type="pres">
      <dgm:prSet presAssocID="{18F6443F-6FDA-431A-BBAA-3DD114D6ED55}" presName="thickLine" presStyleLbl="alignNode1" presStyleIdx="2" presStyleCnt="4"/>
      <dgm:spPr/>
    </dgm:pt>
    <dgm:pt modelId="{0D437E01-CF46-42D6-8A2B-F866ACEB35CC}" type="pres">
      <dgm:prSet presAssocID="{18F6443F-6FDA-431A-BBAA-3DD114D6ED55}" presName="horz1" presStyleCnt="0"/>
      <dgm:spPr/>
    </dgm:pt>
    <dgm:pt modelId="{A131084B-2EDE-49F9-A11D-41BD59D9A757}" type="pres">
      <dgm:prSet presAssocID="{18F6443F-6FDA-431A-BBAA-3DD114D6ED55}" presName="tx1" presStyleLbl="revTx" presStyleIdx="2" presStyleCnt="4"/>
      <dgm:spPr/>
    </dgm:pt>
    <dgm:pt modelId="{E093D530-95A8-462A-8DC0-77B59B9CEC94}" type="pres">
      <dgm:prSet presAssocID="{18F6443F-6FDA-431A-BBAA-3DD114D6ED55}" presName="vert1" presStyleCnt="0"/>
      <dgm:spPr/>
    </dgm:pt>
    <dgm:pt modelId="{E42FF6B5-DD18-4BE2-8622-8CF6EA058939}" type="pres">
      <dgm:prSet presAssocID="{17280FAC-A1B6-47BC-B2C3-3B6768E23126}" presName="thickLine" presStyleLbl="alignNode1" presStyleIdx="3" presStyleCnt="4"/>
      <dgm:spPr/>
    </dgm:pt>
    <dgm:pt modelId="{82C52EA4-0166-4827-A72F-36B776AADED3}" type="pres">
      <dgm:prSet presAssocID="{17280FAC-A1B6-47BC-B2C3-3B6768E23126}" presName="horz1" presStyleCnt="0"/>
      <dgm:spPr/>
    </dgm:pt>
    <dgm:pt modelId="{659E7CEA-D123-4C52-8E83-61981B352244}" type="pres">
      <dgm:prSet presAssocID="{17280FAC-A1B6-47BC-B2C3-3B6768E23126}" presName="tx1" presStyleLbl="revTx" presStyleIdx="3" presStyleCnt="4"/>
      <dgm:spPr/>
    </dgm:pt>
    <dgm:pt modelId="{AFAA0E95-0E97-4B81-B29D-9F10D6D28D76}" type="pres">
      <dgm:prSet presAssocID="{17280FAC-A1B6-47BC-B2C3-3B6768E23126}" presName="vert1" presStyleCnt="0"/>
      <dgm:spPr/>
    </dgm:pt>
  </dgm:ptLst>
  <dgm:cxnLst>
    <dgm:cxn modelId="{14B14607-8583-40C9-8414-5CD3E672AF7D}" type="presOf" srcId="{17280FAC-A1B6-47BC-B2C3-3B6768E23126}" destId="{659E7CEA-D123-4C52-8E83-61981B352244}" srcOrd="0" destOrd="0" presId="urn:microsoft.com/office/officeart/2008/layout/LinedList"/>
    <dgm:cxn modelId="{C72A145E-343C-4BA7-8766-7BBD20BDA4BD}" srcId="{07EEDC3D-C89F-4FCF-B464-5398CC63E056}" destId="{5F2C25E1-75F8-4513-9A2A-18DFE95A8C86}" srcOrd="0" destOrd="0" parTransId="{DFBD7F92-25F3-4380-80A6-6671E7B74B25}" sibTransId="{6E4A8579-C652-4357-A96A-889F51B7D6CD}"/>
    <dgm:cxn modelId="{033D5A6B-F21F-4787-8832-0EA6859FF105}" srcId="{07EEDC3D-C89F-4FCF-B464-5398CC63E056}" destId="{17280FAC-A1B6-47BC-B2C3-3B6768E23126}" srcOrd="3" destOrd="0" parTransId="{74CB80A1-180E-4367-9D42-1EA7E7314BE2}" sibTransId="{B77DDCFC-5B84-46D1-80C2-6F070553E3E9}"/>
    <dgm:cxn modelId="{9870464F-BE70-4014-BF7B-08F4D9691A8D}" type="presOf" srcId="{18F6443F-6FDA-431A-BBAA-3DD114D6ED55}" destId="{A131084B-2EDE-49F9-A11D-41BD59D9A757}" srcOrd="0" destOrd="0" presId="urn:microsoft.com/office/officeart/2008/layout/LinedList"/>
    <dgm:cxn modelId="{11A77190-9118-49B9-B955-668AD12A00FF}" type="presOf" srcId="{07EEDC3D-C89F-4FCF-B464-5398CC63E056}" destId="{17AD5232-27A6-47E9-B955-5F4F09429C9E}" srcOrd="0" destOrd="0" presId="urn:microsoft.com/office/officeart/2008/layout/LinedList"/>
    <dgm:cxn modelId="{4259049C-54A7-481B-BB72-37FCC01F1667}" srcId="{07EEDC3D-C89F-4FCF-B464-5398CC63E056}" destId="{18F6443F-6FDA-431A-BBAA-3DD114D6ED55}" srcOrd="2" destOrd="0" parTransId="{596CE4F0-15E6-40AC-8E5C-0C3A795B1C30}" sibTransId="{235A7E0B-3BFE-4DED-ABB4-2CDD045D5386}"/>
    <dgm:cxn modelId="{5A344ECD-3F5B-4D9B-83E9-30EA1A0D4F2A}" type="presOf" srcId="{5F2C25E1-75F8-4513-9A2A-18DFE95A8C86}" destId="{D9EB6409-9019-4E63-9515-415EAA517B68}" srcOrd="0" destOrd="0" presId="urn:microsoft.com/office/officeart/2008/layout/LinedList"/>
    <dgm:cxn modelId="{95697ED4-FF9F-4230-81A9-EE01B5B92506}" srcId="{07EEDC3D-C89F-4FCF-B464-5398CC63E056}" destId="{8B860554-FF92-4C9E-98E1-8E9D52D85887}" srcOrd="1" destOrd="0" parTransId="{8614DA01-760F-4225-9CA2-B81782418EED}" sibTransId="{769E850D-EBE9-4A32-90EE-C3CD92744FEC}"/>
    <dgm:cxn modelId="{E64353F9-07EE-4F3A-B077-FE6E6616274E}" type="presOf" srcId="{8B860554-FF92-4C9E-98E1-8E9D52D85887}" destId="{0A8E2D0C-8D14-4442-BC5C-01F3B5CF0ACB}" srcOrd="0" destOrd="0" presId="urn:microsoft.com/office/officeart/2008/layout/LinedList"/>
    <dgm:cxn modelId="{86AC67FC-14DB-4449-83E5-49E8FBDE2CF5}" type="presParOf" srcId="{17AD5232-27A6-47E9-B955-5F4F09429C9E}" destId="{0B95C7AD-2EA1-42C9-9F29-79697B6B086B}" srcOrd="0" destOrd="0" presId="urn:microsoft.com/office/officeart/2008/layout/LinedList"/>
    <dgm:cxn modelId="{B17E36FC-011E-485A-8937-C46D6648D5DC}" type="presParOf" srcId="{17AD5232-27A6-47E9-B955-5F4F09429C9E}" destId="{D792665C-1634-48AC-8C5C-F6A73921B2EF}" srcOrd="1" destOrd="0" presId="urn:microsoft.com/office/officeart/2008/layout/LinedList"/>
    <dgm:cxn modelId="{22BC341C-C216-4739-9C6D-E1EAC6074163}" type="presParOf" srcId="{D792665C-1634-48AC-8C5C-F6A73921B2EF}" destId="{D9EB6409-9019-4E63-9515-415EAA517B68}" srcOrd="0" destOrd="0" presId="urn:microsoft.com/office/officeart/2008/layout/LinedList"/>
    <dgm:cxn modelId="{2FC29C65-2E42-492F-B6AD-400A41B334B8}" type="presParOf" srcId="{D792665C-1634-48AC-8C5C-F6A73921B2EF}" destId="{4855733B-623C-489F-B647-BC3B91E9C006}" srcOrd="1" destOrd="0" presId="urn:microsoft.com/office/officeart/2008/layout/LinedList"/>
    <dgm:cxn modelId="{6F5C43D3-6AC8-42D8-97AE-ECCD04B225A2}" type="presParOf" srcId="{17AD5232-27A6-47E9-B955-5F4F09429C9E}" destId="{F4F2781B-001B-48EE-B5BC-F0ABD641C70C}" srcOrd="2" destOrd="0" presId="urn:microsoft.com/office/officeart/2008/layout/LinedList"/>
    <dgm:cxn modelId="{C0FE0756-D616-4C5B-ADFF-4C21AC079D96}" type="presParOf" srcId="{17AD5232-27A6-47E9-B955-5F4F09429C9E}" destId="{D14F369A-C7B2-4D09-90BA-DBC9E06A2128}" srcOrd="3" destOrd="0" presId="urn:microsoft.com/office/officeart/2008/layout/LinedList"/>
    <dgm:cxn modelId="{52324C31-D4B5-4C01-B53E-9C5AFD6ACCDA}" type="presParOf" srcId="{D14F369A-C7B2-4D09-90BA-DBC9E06A2128}" destId="{0A8E2D0C-8D14-4442-BC5C-01F3B5CF0ACB}" srcOrd="0" destOrd="0" presId="urn:microsoft.com/office/officeart/2008/layout/LinedList"/>
    <dgm:cxn modelId="{129C47D5-80DE-40A4-B6D7-3D2DFF2FECDA}" type="presParOf" srcId="{D14F369A-C7B2-4D09-90BA-DBC9E06A2128}" destId="{E7E6055C-0D20-4344-861F-0CBDCDAACF7A}" srcOrd="1" destOrd="0" presId="urn:microsoft.com/office/officeart/2008/layout/LinedList"/>
    <dgm:cxn modelId="{1E25FC30-97D6-43B0-8602-0C1F249C7C16}" type="presParOf" srcId="{17AD5232-27A6-47E9-B955-5F4F09429C9E}" destId="{FF303B5C-54AD-4F3F-A9CF-259195FC0456}" srcOrd="4" destOrd="0" presId="urn:microsoft.com/office/officeart/2008/layout/LinedList"/>
    <dgm:cxn modelId="{B8C46DBC-2BA7-46FC-81E6-CBB31E57A18C}" type="presParOf" srcId="{17AD5232-27A6-47E9-B955-5F4F09429C9E}" destId="{0D437E01-CF46-42D6-8A2B-F866ACEB35CC}" srcOrd="5" destOrd="0" presId="urn:microsoft.com/office/officeart/2008/layout/LinedList"/>
    <dgm:cxn modelId="{7EFF3FD1-CD1F-44A8-9011-7E751911E00E}" type="presParOf" srcId="{0D437E01-CF46-42D6-8A2B-F866ACEB35CC}" destId="{A131084B-2EDE-49F9-A11D-41BD59D9A757}" srcOrd="0" destOrd="0" presId="urn:microsoft.com/office/officeart/2008/layout/LinedList"/>
    <dgm:cxn modelId="{13CC2CEF-8764-44EC-B09D-DB6ABA3EA312}" type="presParOf" srcId="{0D437E01-CF46-42D6-8A2B-F866ACEB35CC}" destId="{E093D530-95A8-462A-8DC0-77B59B9CEC94}" srcOrd="1" destOrd="0" presId="urn:microsoft.com/office/officeart/2008/layout/LinedList"/>
    <dgm:cxn modelId="{12D9D336-F4BB-4C92-B3D9-118F09B7D7DD}" type="presParOf" srcId="{17AD5232-27A6-47E9-B955-5F4F09429C9E}" destId="{E42FF6B5-DD18-4BE2-8622-8CF6EA058939}" srcOrd="6" destOrd="0" presId="urn:microsoft.com/office/officeart/2008/layout/LinedList"/>
    <dgm:cxn modelId="{63264F50-992F-4678-A4EC-F77DBE2BC053}" type="presParOf" srcId="{17AD5232-27A6-47E9-B955-5F4F09429C9E}" destId="{82C52EA4-0166-4827-A72F-36B776AADED3}" srcOrd="7" destOrd="0" presId="urn:microsoft.com/office/officeart/2008/layout/LinedList"/>
    <dgm:cxn modelId="{A59A76D6-5A74-439C-BCD3-D5EAAF155B39}" type="presParOf" srcId="{82C52EA4-0166-4827-A72F-36B776AADED3}" destId="{659E7CEA-D123-4C52-8E83-61981B352244}" srcOrd="0" destOrd="0" presId="urn:microsoft.com/office/officeart/2008/layout/LinedList"/>
    <dgm:cxn modelId="{3962315D-1628-45C1-895B-D26AF3F36C7F}" type="presParOf" srcId="{82C52EA4-0166-4827-A72F-36B776AADED3}" destId="{AFAA0E95-0E97-4B81-B29D-9F10D6D28D7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DC548E3-0213-415A-8BCE-916B51F1BDC6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42DEFE6-2A79-4673-A80A-4FF2EE93B527}">
      <dgm:prSet/>
      <dgm:spPr/>
      <dgm:t>
        <a:bodyPr/>
        <a:lstStyle/>
        <a:p>
          <a:r>
            <a:rPr lang="en-US"/>
            <a:t>Simple implementation using standard HTTP.</a:t>
          </a:r>
        </a:p>
      </dgm:t>
    </dgm:pt>
    <dgm:pt modelId="{CF5BED8B-990C-4F19-B6C7-6F660C9F06EB}" type="parTrans" cxnId="{2C3D64E9-A59A-44E8-9CF3-C7D1B3D017D7}">
      <dgm:prSet/>
      <dgm:spPr/>
      <dgm:t>
        <a:bodyPr/>
        <a:lstStyle/>
        <a:p>
          <a:endParaRPr lang="en-US"/>
        </a:p>
      </dgm:t>
    </dgm:pt>
    <dgm:pt modelId="{8425B271-B84C-407C-90F4-8D713EF4717C}" type="sibTrans" cxnId="{2C3D64E9-A59A-44E8-9CF3-C7D1B3D017D7}">
      <dgm:prSet/>
      <dgm:spPr/>
      <dgm:t>
        <a:bodyPr/>
        <a:lstStyle/>
        <a:p>
          <a:endParaRPr lang="en-US"/>
        </a:p>
      </dgm:t>
    </dgm:pt>
    <dgm:pt modelId="{89EE3BCB-ED64-439A-90DE-22474C95F19F}">
      <dgm:prSet/>
      <dgm:spPr/>
      <dgm:t>
        <a:bodyPr/>
        <a:lstStyle/>
        <a:p>
          <a:r>
            <a:rPr lang="en-US"/>
            <a:t>Native browser support (EventSource API).</a:t>
          </a:r>
        </a:p>
      </dgm:t>
    </dgm:pt>
    <dgm:pt modelId="{1AA0511B-BD42-43DE-9204-47C46CE7CAF1}" type="parTrans" cxnId="{B2ABAF35-9916-48A8-8776-A48856BDD8DC}">
      <dgm:prSet/>
      <dgm:spPr/>
      <dgm:t>
        <a:bodyPr/>
        <a:lstStyle/>
        <a:p>
          <a:endParaRPr lang="en-US"/>
        </a:p>
      </dgm:t>
    </dgm:pt>
    <dgm:pt modelId="{146107D8-1217-4D62-8F95-492220164EFA}" type="sibTrans" cxnId="{B2ABAF35-9916-48A8-8776-A48856BDD8DC}">
      <dgm:prSet/>
      <dgm:spPr/>
      <dgm:t>
        <a:bodyPr/>
        <a:lstStyle/>
        <a:p>
          <a:endParaRPr lang="en-US"/>
        </a:p>
      </dgm:t>
    </dgm:pt>
    <dgm:pt modelId="{C9D289B6-ED11-4C75-BDF7-09C164AECBB7}">
      <dgm:prSet/>
      <dgm:spPr/>
      <dgm:t>
        <a:bodyPr/>
        <a:lstStyle/>
        <a:p>
          <a:r>
            <a:rPr lang="en-US"/>
            <a:t>Works well for lightweight, one-way notifications.</a:t>
          </a:r>
        </a:p>
      </dgm:t>
    </dgm:pt>
    <dgm:pt modelId="{C9A81D28-0082-4C5C-A983-B476DF8A8DE4}" type="parTrans" cxnId="{2CADDC73-61C4-443A-8935-D571C2916E03}">
      <dgm:prSet/>
      <dgm:spPr/>
      <dgm:t>
        <a:bodyPr/>
        <a:lstStyle/>
        <a:p>
          <a:endParaRPr lang="en-US"/>
        </a:p>
      </dgm:t>
    </dgm:pt>
    <dgm:pt modelId="{9F1BD26D-1692-4CD5-9E3E-1031A0716976}" type="sibTrans" cxnId="{2CADDC73-61C4-443A-8935-D571C2916E03}">
      <dgm:prSet/>
      <dgm:spPr/>
      <dgm:t>
        <a:bodyPr/>
        <a:lstStyle/>
        <a:p>
          <a:endParaRPr lang="en-US"/>
        </a:p>
      </dgm:t>
    </dgm:pt>
    <dgm:pt modelId="{6C86CDFF-1760-4751-A8A7-E3D541672937}" type="pres">
      <dgm:prSet presAssocID="{ADC548E3-0213-415A-8BCE-916B51F1BDC6}" presName="vert0" presStyleCnt="0">
        <dgm:presLayoutVars>
          <dgm:dir/>
          <dgm:animOne val="branch"/>
          <dgm:animLvl val="lvl"/>
        </dgm:presLayoutVars>
      </dgm:prSet>
      <dgm:spPr/>
    </dgm:pt>
    <dgm:pt modelId="{8C66195D-DDC6-416A-96C0-830064E33BA2}" type="pres">
      <dgm:prSet presAssocID="{142DEFE6-2A79-4673-A80A-4FF2EE93B527}" presName="thickLine" presStyleLbl="alignNode1" presStyleIdx="0" presStyleCnt="3"/>
      <dgm:spPr/>
    </dgm:pt>
    <dgm:pt modelId="{E5971DB7-CF76-4B97-B06D-1E8F4F7B8641}" type="pres">
      <dgm:prSet presAssocID="{142DEFE6-2A79-4673-A80A-4FF2EE93B527}" presName="horz1" presStyleCnt="0"/>
      <dgm:spPr/>
    </dgm:pt>
    <dgm:pt modelId="{D28D9ABE-1E38-4B35-923E-E0269FB3C9B3}" type="pres">
      <dgm:prSet presAssocID="{142DEFE6-2A79-4673-A80A-4FF2EE93B527}" presName="tx1" presStyleLbl="revTx" presStyleIdx="0" presStyleCnt="3"/>
      <dgm:spPr/>
    </dgm:pt>
    <dgm:pt modelId="{FAFC8563-88D3-42EE-9B5E-5CAEDE95B0DF}" type="pres">
      <dgm:prSet presAssocID="{142DEFE6-2A79-4673-A80A-4FF2EE93B527}" presName="vert1" presStyleCnt="0"/>
      <dgm:spPr/>
    </dgm:pt>
    <dgm:pt modelId="{6628FB70-AEB5-4948-A7B3-A8503D402E40}" type="pres">
      <dgm:prSet presAssocID="{89EE3BCB-ED64-439A-90DE-22474C95F19F}" presName="thickLine" presStyleLbl="alignNode1" presStyleIdx="1" presStyleCnt="3"/>
      <dgm:spPr/>
    </dgm:pt>
    <dgm:pt modelId="{3787829F-01E0-4B44-A197-B2F417F062CE}" type="pres">
      <dgm:prSet presAssocID="{89EE3BCB-ED64-439A-90DE-22474C95F19F}" presName="horz1" presStyleCnt="0"/>
      <dgm:spPr/>
    </dgm:pt>
    <dgm:pt modelId="{707C5A44-9497-4ED4-894E-62B7D8027E71}" type="pres">
      <dgm:prSet presAssocID="{89EE3BCB-ED64-439A-90DE-22474C95F19F}" presName="tx1" presStyleLbl="revTx" presStyleIdx="1" presStyleCnt="3"/>
      <dgm:spPr/>
    </dgm:pt>
    <dgm:pt modelId="{F08FD908-52EC-4F1E-83EB-D9302D1B68F7}" type="pres">
      <dgm:prSet presAssocID="{89EE3BCB-ED64-439A-90DE-22474C95F19F}" presName="vert1" presStyleCnt="0"/>
      <dgm:spPr/>
    </dgm:pt>
    <dgm:pt modelId="{1DE4E0E9-7CEE-44BE-A1C7-E68EE150907F}" type="pres">
      <dgm:prSet presAssocID="{C9D289B6-ED11-4C75-BDF7-09C164AECBB7}" presName="thickLine" presStyleLbl="alignNode1" presStyleIdx="2" presStyleCnt="3"/>
      <dgm:spPr/>
    </dgm:pt>
    <dgm:pt modelId="{734739FB-5605-4159-BBDE-4079C9994EF4}" type="pres">
      <dgm:prSet presAssocID="{C9D289B6-ED11-4C75-BDF7-09C164AECBB7}" presName="horz1" presStyleCnt="0"/>
      <dgm:spPr/>
    </dgm:pt>
    <dgm:pt modelId="{2B885063-AC54-40C7-AC5E-951EE9C5EA89}" type="pres">
      <dgm:prSet presAssocID="{C9D289B6-ED11-4C75-BDF7-09C164AECBB7}" presName="tx1" presStyleLbl="revTx" presStyleIdx="2" presStyleCnt="3"/>
      <dgm:spPr/>
    </dgm:pt>
    <dgm:pt modelId="{76B3253B-0D9F-4FF6-8827-974C7A7BD121}" type="pres">
      <dgm:prSet presAssocID="{C9D289B6-ED11-4C75-BDF7-09C164AECBB7}" presName="vert1" presStyleCnt="0"/>
      <dgm:spPr/>
    </dgm:pt>
  </dgm:ptLst>
  <dgm:cxnLst>
    <dgm:cxn modelId="{7DB9CE30-A2B5-4C79-9AD3-1D65A078406A}" type="presOf" srcId="{ADC548E3-0213-415A-8BCE-916B51F1BDC6}" destId="{6C86CDFF-1760-4751-A8A7-E3D541672937}" srcOrd="0" destOrd="0" presId="urn:microsoft.com/office/officeart/2008/layout/LinedList"/>
    <dgm:cxn modelId="{B2ABAF35-9916-48A8-8776-A48856BDD8DC}" srcId="{ADC548E3-0213-415A-8BCE-916B51F1BDC6}" destId="{89EE3BCB-ED64-439A-90DE-22474C95F19F}" srcOrd="1" destOrd="0" parTransId="{1AA0511B-BD42-43DE-9204-47C46CE7CAF1}" sibTransId="{146107D8-1217-4D62-8F95-492220164EFA}"/>
    <dgm:cxn modelId="{2CADDC73-61C4-443A-8935-D571C2916E03}" srcId="{ADC548E3-0213-415A-8BCE-916B51F1BDC6}" destId="{C9D289B6-ED11-4C75-BDF7-09C164AECBB7}" srcOrd="2" destOrd="0" parTransId="{C9A81D28-0082-4C5C-A983-B476DF8A8DE4}" sibTransId="{9F1BD26D-1692-4CD5-9E3E-1031A0716976}"/>
    <dgm:cxn modelId="{D5178EAA-E8ED-4FAC-923B-A1EB0069E90F}" type="presOf" srcId="{C9D289B6-ED11-4C75-BDF7-09C164AECBB7}" destId="{2B885063-AC54-40C7-AC5E-951EE9C5EA89}" srcOrd="0" destOrd="0" presId="urn:microsoft.com/office/officeart/2008/layout/LinedList"/>
    <dgm:cxn modelId="{F3BC27AD-25BA-4F58-A806-29F8186F9697}" type="presOf" srcId="{142DEFE6-2A79-4673-A80A-4FF2EE93B527}" destId="{D28D9ABE-1E38-4B35-923E-E0269FB3C9B3}" srcOrd="0" destOrd="0" presId="urn:microsoft.com/office/officeart/2008/layout/LinedList"/>
    <dgm:cxn modelId="{2C3D64E9-A59A-44E8-9CF3-C7D1B3D017D7}" srcId="{ADC548E3-0213-415A-8BCE-916B51F1BDC6}" destId="{142DEFE6-2A79-4673-A80A-4FF2EE93B527}" srcOrd="0" destOrd="0" parTransId="{CF5BED8B-990C-4F19-B6C7-6F660C9F06EB}" sibTransId="{8425B271-B84C-407C-90F4-8D713EF4717C}"/>
    <dgm:cxn modelId="{B443C3FA-0DA3-4769-A583-AEB3F3670781}" type="presOf" srcId="{89EE3BCB-ED64-439A-90DE-22474C95F19F}" destId="{707C5A44-9497-4ED4-894E-62B7D8027E71}" srcOrd="0" destOrd="0" presId="urn:microsoft.com/office/officeart/2008/layout/LinedList"/>
    <dgm:cxn modelId="{3718AA32-FBE0-473F-8855-C99680C6D12E}" type="presParOf" srcId="{6C86CDFF-1760-4751-A8A7-E3D541672937}" destId="{8C66195D-DDC6-416A-96C0-830064E33BA2}" srcOrd="0" destOrd="0" presId="urn:microsoft.com/office/officeart/2008/layout/LinedList"/>
    <dgm:cxn modelId="{582F91F3-665F-4532-909C-C3A0EED257B3}" type="presParOf" srcId="{6C86CDFF-1760-4751-A8A7-E3D541672937}" destId="{E5971DB7-CF76-4B97-B06D-1E8F4F7B8641}" srcOrd="1" destOrd="0" presId="urn:microsoft.com/office/officeart/2008/layout/LinedList"/>
    <dgm:cxn modelId="{64F67B03-59D9-4F3B-A32C-69EC1B8B021B}" type="presParOf" srcId="{E5971DB7-CF76-4B97-B06D-1E8F4F7B8641}" destId="{D28D9ABE-1E38-4B35-923E-E0269FB3C9B3}" srcOrd="0" destOrd="0" presId="urn:microsoft.com/office/officeart/2008/layout/LinedList"/>
    <dgm:cxn modelId="{A3E7B63E-DB4F-4A47-96DE-7A78DC08E141}" type="presParOf" srcId="{E5971DB7-CF76-4B97-B06D-1E8F4F7B8641}" destId="{FAFC8563-88D3-42EE-9B5E-5CAEDE95B0DF}" srcOrd="1" destOrd="0" presId="urn:microsoft.com/office/officeart/2008/layout/LinedList"/>
    <dgm:cxn modelId="{47B7A431-68DB-438C-B96E-198EDB0FFB85}" type="presParOf" srcId="{6C86CDFF-1760-4751-A8A7-E3D541672937}" destId="{6628FB70-AEB5-4948-A7B3-A8503D402E40}" srcOrd="2" destOrd="0" presId="urn:microsoft.com/office/officeart/2008/layout/LinedList"/>
    <dgm:cxn modelId="{87E5F9A4-B1C6-4BA2-872B-56BF8781433C}" type="presParOf" srcId="{6C86CDFF-1760-4751-A8A7-E3D541672937}" destId="{3787829F-01E0-4B44-A197-B2F417F062CE}" srcOrd="3" destOrd="0" presId="urn:microsoft.com/office/officeart/2008/layout/LinedList"/>
    <dgm:cxn modelId="{137BCF40-28CE-4DBD-A05F-974C43220B99}" type="presParOf" srcId="{3787829F-01E0-4B44-A197-B2F417F062CE}" destId="{707C5A44-9497-4ED4-894E-62B7D8027E71}" srcOrd="0" destOrd="0" presId="urn:microsoft.com/office/officeart/2008/layout/LinedList"/>
    <dgm:cxn modelId="{7DAED0DA-2D65-4712-B7CB-A44897ACA5BE}" type="presParOf" srcId="{3787829F-01E0-4B44-A197-B2F417F062CE}" destId="{F08FD908-52EC-4F1E-83EB-D9302D1B68F7}" srcOrd="1" destOrd="0" presId="urn:microsoft.com/office/officeart/2008/layout/LinedList"/>
    <dgm:cxn modelId="{A1C17A5A-BC8C-4595-9F04-B56E72E0F460}" type="presParOf" srcId="{6C86CDFF-1760-4751-A8A7-E3D541672937}" destId="{1DE4E0E9-7CEE-44BE-A1C7-E68EE150907F}" srcOrd="4" destOrd="0" presId="urn:microsoft.com/office/officeart/2008/layout/LinedList"/>
    <dgm:cxn modelId="{F5BCC47F-0C6A-4B54-A453-60444AA78701}" type="presParOf" srcId="{6C86CDFF-1760-4751-A8A7-E3D541672937}" destId="{734739FB-5605-4159-BBDE-4079C9994EF4}" srcOrd="5" destOrd="0" presId="urn:microsoft.com/office/officeart/2008/layout/LinedList"/>
    <dgm:cxn modelId="{D76BCFA6-2009-4B2D-95F0-FBD89304C825}" type="presParOf" srcId="{734739FB-5605-4159-BBDE-4079C9994EF4}" destId="{2B885063-AC54-40C7-AC5E-951EE9C5EA89}" srcOrd="0" destOrd="0" presId="urn:microsoft.com/office/officeart/2008/layout/LinedList"/>
    <dgm:cxn modelId="{BD203367-6823-4CAD-BAFB-9CBC63DED8B3}" type="presParOf" srcId="{734739FB-5605-4159-BBDE-4079C9994EF4}" destId="{76B3253B-0D9F-4FF6-8827-974C7A7BD12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60C2339-4276-47BC-AED6-1FE05E79DD5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21C3B7A-4C88-401A-B27F-DE86CB2D457C}">
      <dgm:prSet/>
      <dgm:spPr/>
      <dgm:t>
        <a:bodyPr/>
        <a:lstStyle/>
        <a:p>
          <a:r>
            <a:rPr lang="en-US"/>
            <a:t>SignalR abstracts real-time communication, using WebSocket when available.</a:t>
          </a:r>
        </a:p>
      </dgm:t>
    </dgm:pt>
    <dgm:pt modelId="{A0C28BAA-B977-45EA-B10F-A4A1CDF56E3A}" type="parTrans" cxnId="{06C76E3B-3DBE-46D7-AB71-85C784189635}">
      <dgm:prSet/>
      <dgm:spPr/>
      <dgm:t>
        <a:bodyPr/>
        <a:lstStyle/>
        <a:p>
          <a:endParaRPr lang="en-US"/>
        </a:p>
      </dgm:t>
    </dgm:pt>
    <dgm:pt modelId="{5FA3B088-D657-456E-9C30-B85E3F6B0FE4}" type="sibTrans" cxnId="{06C76E3B-3DBE-46D7-AB71-85C784189635}">
      <dgm:prSet/>
      <dgm:spPr/>
      <dgm:t>
        <a:bodyPr/>
        <a:lstStyle/>
        <a:p>
          <a:endParaRPr lang="en-US"/>
        </a:p>
      </dgm:t>
    </dgm:pt>
    <dgm:pt modelId="{5EDDAACB-303E-4CD3-BF5D-ED8BA5524999}">
      <dgm:prSet/>
      <dgm:spPr/>
      <dgm:t>
        <a:bodyPr/>
        <a:lstStyle/>
        <a:p>
          <a:r>
            <a:rPr lang="en-US"/>
            <a:t>Full-duplex communication over a single TCP connection.</a:t>
          </a:r>
        </a:p>
      </dgm:t>
    </dgm:pt>
    <dgm:pt modelId="{4522717F-2A78-4832-98C7-429F31AA60D5}" type="parTrans" cxnId="{C0C33973-F638-432F-8A72-ACEB016929B8}">
      <dgm:prSet/>
      <dgm:spPr/>
      <dgm:t>
        <a:bodyPr/>
        <a:lstStyle/>
        <a:p>
          <a:endParaRPr lang="en-US"/>
        </a:p>
      </dgm:t>
    </dgm:pt>
    <dgm:pt modelId="{091F70A8-B5CB-414C-8F5A-9154FAEF64C6}" type="sibTrans" cxnId="{C0C33973-F638-432F-8A72-ACEB016929B8}">
      <dgm:prSet/>
      <dgm:spPr/>
      <dgm:t>
        <a:bodyPr/>
        <a:lstStyle/>
        <a:p>
          <a:endParaRPr lang="en-US"/>
        </a:p>
      </dgm:t>
    </dgm:pt>
    <dgm:pt modelId="{310D82C7-A8DE-4A1A-8BF8-82104F6943D9}" type="pres">
      <dgm:prSet presAssocID="{B60C2339-4276-47BC-AED6-1FE05E79DD59}" presName="vert0" presStyleCnt="0">
        <dgm:presLayoutVars>
          <dgm:dir/>
          <dgm:animOne val="branch"/>
          <dgm:animLvl val="lvl"/>
        </dgm:presLayoutVars>
      </dgm:prSet>
      <dgm:spPr/>
    </dgm:pt>
    <dgm:pt modelId="{EA273104-FC80-49C6-BDD1-B0BC174BBAA7}" type="pres">
      <dgm:prSet presAssocID="{F21C3B7A-4C88-401A-B27F-DE86CB2D457C}" presName="thickLine" presStyleLbl="alignNode1" presStyleIdx="0" presStyleCnt="2"/>
      <dgm:spPr/>
    </dgm:pt>
    <dgm:pt modelId="{D9D706DE-E20B-4A74-A2A6-714AA0CE2220}" type="pres">
      <dgm:prSet presAssocID="{F21C3B7A-4C88-401A-B27F-DE86CB2D457C}" presName="horz1" presStyleCnt="0"/>
      <dgm:spPr/>
    </dgm:pt>
    <dgm:pt modelId="{B2F81CEE-75D1-4250-91DC-152B4CA70FC8}" type="pres">
      <dgm:prSet presAssocID="{F21C3B7A-4C88-401A-B27F-DE86CB2D457C}" presName="tx1" presStyleLbl="revTx" presStyleIdx="0" presStyleCnt="2"/>
      <dgm:spPr/>
    </dgm:pt>
    <dgm:pt modelId="{FF25CB70-1DB8-40F5-BF91-254BD13D21B6}" type="pres">
      <dgm:prSet presAssocID="{F21C3B7A-4C88-401A-B27F-DE86CB2D457C}" presName="vert1" presStyleCnt="0"/>
      <dgm:spPr/>
    </dgm:pt>
    <dgm:pt modelId="{5B52D08B-8D23-4389-BBD0-0FB6E463BD26}" type="pres">
      <dgm:prSet presAssocID="{5EDDAACB-303E-4CD3-BF5D-ED8BA5524999}" presName="thickLine" presStyleLbl="alignNode1" presStyleIdx="1" presStyleCnt="2"/>
      <dgm:spPr/>
    </dgm:pt>
    <dgm:pt modelId="{42E8B194-803C-43B8-BE29-AE8ED872227D}" type="pres">
      <dgm:prSet presAssocID="{5EDDAACB-303E-4CD3-BF5D-ED8BA5524999}" presName="horz1" presStyleCnt="0"/>
      <dgm:spPr/>
    </dgm:pt>
    <dgm:pt modelId="{B75F878A-DC58-4F14-94AB-0F84B7DF122F}" type="pres">
      <dgm:prSet presAssocID="{5EDDAACB-303E-4CD3-BF5D-ED8BA5524999}" presName="tx1" presStyleLbl="revTx" presStyleIdx="1" presStyleCnt="2"/>
      <dgm:spPr/>
    </dgm:pt>
    <dgm:pt modelId="{C4CB73E1-6117-464F-86D3-B68E8335E2C7}" type="pres">
      <dgm:prSet presAssocID="{5EDDAACB-303E-4CD3-BF5D-ED8BA5524999}" presName="vert1" presStyleCnt="0"/>
      <dgm:spPr/>
    </dgm:pt>
  </dgm:ptLst>
  <dgm:cxnLst>
    <dgm:cxn modelId="{06C76E3B-3DBE-46D7-AB71-85C784189635}" srcId="{B60C2339-4276-47BC-AED6-1FE05E79DD59}" destId="{F21C3B7A-4C88-401A-B27F-DE86CB2D457C}" srcOrd="0" destOrd="0" parTransId="{A0C28BAA-B977-45EA-B10F-A4A1CDF56E3A}" sibTransId="{5FA3B088-D657-456E-9C30-B85E3F6B0FE4}"/>
    <dgm:cxn modelId="{C6ADF55B-2945-4815-8385-0928DD85DA11}" type="presOf" srcId="{B60C2339-4276-47BC-AED6-1FE05E79DD59}" destId="{310D82C7-A8DE-4A1A-8BF8-82104F6943D9}" srcOrd="0" destOrd="0" presId="urn:microsoft.com/office/officeart/2008/layout/LinedList"/>
    <dgm:cxn modelId="{C0C33973-F638-432F-8A72-ACEB016929B8}" srcId="{B60C2339-4276-47BC-AED6-1FE05E79DD59}" destId="{5EDDAACB-303E-4CD3-BF5D-ED8BA5524999}" srcOrd="1" destOrd="0" parTransId="{4522717F-2A78-4832-98C7-429F31AA60D5}" sibTransId="{091F70A8-B5CB-414C-8F5A-9154FAEF64C6}"/>
    <dgm:cxn modelId="{195F64A4-4FF8-4416-9B64-322E1666D42A}" type="presOf" srcId="{F21C3B7A-4C88-401A-B27F-DE86CB2D457C}" destId="{B2F81CEE-75D1-4250-91DC-152B4CA70FC8}" srcOrd="0" destOrd="0" presId="urn:microsoft.com/office/officeart/2008/layout/LinedList"/>
    <dgm:cxn modelId="{2CF198CA-3AF8-4AA1-B385-445E0D312747}" type="presOf" srcId="{5EDDAACB-303E-4CD3-BF5D-ED8BA5524999}" destId="{B75F878A-DC58-4F14-94AB-0F84B7DF122F}" srcOrd="0" destOrd="0" presId="urn:microsoft.com/office/officeart/2008/layout/LinedList"/>
    <dgm:cxn modelId="{6ADD4C39-3923-4207-AB17-69562EEB1A90}" type="presParOf" srcId="{310D82C7-A8DE-4A1A-8BF8-82104F6943D9}" destId="{EA273104-FC80-49C6-BDD1-B0BC174BBAA7}" srcOrd="0" destOrd="0" presId="urn:microsoft.com/office/officeart/2008/layout/LinedList"/>
    <dgm:cxn modelId="{1C6CAFC4-4A3E-45C5-9872-A9D6E8363354}" type="presParOf" srcId="{310D82C7-A8DE-4A1A-8BF8-82104F6943D9}" destId="{D9D706DE-E20B-4A74-A2A6-714AA0CE2220}" srcOrd="1" destOrd="0" presId="urn:microsoft.com/office/officeart/2008/layout/LinedList"/>
    <dgm:cxn modelId="{29272553-2C31-4B1F-900D-49E8D007A8C2}" type="presParOf" srcId="{D9D706DE-E20B-4A74-A2A6-714AA0CE2220}" destId="{B2F81CEE-75D1-4250-91DC-152B4CA70FC8}" srcOrd="0" destOrd="0" presId="urn:microsoft.com/office/officeart/2008/layout/LinedList"/>
    <dgm:cxn modelId="{53DCE12F-4CAC-4D90-A881-4DAA20B564F8}" type="presParOf" srcId="{D9D706DE-E20B-4A74-A2A6-714AA0CE2220}" destId="{FF25CB70-1DB8-40F5-BF91-254BD13D21B6}" srcOrd="1" destOrd="0" presId="urn:microsoft.com/office/officeart/2008/layout/LinedList"/>
    <dgm:cxn modelId="{1AF68D78-3259-44F1-9361-4BA389A92097}" type="presParOf" srcId="{310D82C7-A8DE-4A1A-8BF8-82104F6943D9}" destId="{5B52D08B-8D23-4389-BBD0-0FB6E463BD26}" srcOrd="2" destOrd="0" presId="urn:microsoft.com/office/officeart/2008/layout/LinedList"/>
    <dgm:cxn modelId="{9605E536-D4BF-4BBF-A631-D165B4D39997}" type="presParOf" srcId="{310D82C7-A8DE-4A1A-8BF8-82104F6943D9}" destId="{42E8B194-803C-43B8-BE29-AE8ED872227D}" srcOrd="3" destOrd="0" presId="urn:microsoft.com/office/officeart/2008/layout/LinedList"/>
    <dgm:cxn modelId="{3437A131-ACEE-4D6A-B552-63F1E6B2D26A}" type="presParOf" srcId="{42E8B194-803C-43B8-BE29-AE8ED872227D}" destId="{B75F878A-DC58-4F14-94AB-0F84B7DF122F}" srcOrd="0" destOrd="0" presId="urn:microsoft.com/office/officeart/2008/layout/LinedList"/>
    <dgm:cxn modelId="{7DD9C95B-909B-43B0-AFFC-C0CD5FE51483}" type="presParOf" srcId="{42E8B194-803C-43B8-BE29-AE8ED872227D}" destId="{C4CB73E1-6117-464F-86D3-B68E8335E2C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D7F4812-4BF2-49F7-8C8B-6AC6A817D72D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8865AC38-3462-444B-9238-95B8BF06D098}">
      <dgm:prSet/>
      <dgm:spPr/>
      <dgm:t>
        <a:bodyPr/>
        <a:lstStyle/>
        <a:p>
          <a:r>
            <a:rPr lang="en-US"/>
            <a:t>Supports bidirectional messaging.</a:t>
          </a:r>
        </a:p>
      </dgm:t>
    </dgm:pt>
    <dgm:pt modelId="{4FD17D02-D19D-4EEF-A9BC-FA791E8228AD}" type="parTrans" cxnId="{05388CA2-E5C4-4D98-AC41-BD4381DDAF5B}">
      <dgm:prSet/>
      <dgm:spPr/>
      <dgm:t>
        <a:bodyPr/>
        <a:lstStyle/>
        <a:p>
          <a:endParaRPr lang="en-US"/>
        </a:p>
      </dgm:t>
    </dgm:pt>
    <dgm:pt modelId="{EDC2C1BB-301D-4407-955C-6E4E20C1A354}" type="sibTrans" cxnId="{05388CA2-E5C4-4D98-AC41-BD4381DDAF5B}">
      <dgm:prSet/>
      <dgm:spPr/>
      <dgm:t>
        <a:bodyPr/>
        <a:lstStyle/>
        <a:p>
          <a:endParaRPr lang="en-US"/>
        </a:p>
      </dgm:t>
    </dgm:pt>
    <dgm:pt modelId="{AB837D04-740B-49F6-ADF7-AE68EC537081}">
      <dgm:prSet/>
      <dgm:spPr/>
      <dgm:t>
        <a:bodyPr/>
        <a:lstStyle/>
        <a:p>
          <a:r>
            <a:rPr lang="en-US"/>
            <a:t>Automatic fallback to other transports (Long Polling, SSE) if WebSocket is unavailable.</a:t>
          </a:r>
        </a:p>
      </dgm:t>
    </dgm:pt>
    <dgm:pt modelId="{D9E3FAF6-EC0C-49D2-83A0-86835BEB16A8}" type="parTrans" cxnId="{0E0172E7-9528-4A4E-B917-A32D7A37DE97}">
      <dgm:prSet/>
      <dgm:spPr/>
      <dgm:t>
        <a:bodyPr/>
        <a:lstStyle/>
        <a:p>
          <a:endParaRPr lang="en-US"/>
        </a:p>
      </dgm:t>
    </dgm:pt>
    <dgm:pt modelId="{9828FA90-8123-4AC2-9894-FCF228A98F46}" type="sibTrans" cxnId="{0E0172E7-9528-4A4E-B917-A32D7A37DE97}">
      <dgm:prSet/>
      <dgm:spPr/>
      <dgm:t>
        <a:bodyPr/>
        <a:lstStyle/>
        <a:p>
          <a:endParaRPr lang="en-US"/>
        </a:p>
      </dgm:t>
    </dgm:pt>
    <dgm:pt modelId="{6A511B22-AECC-405F-BBF5-E85A1616D39E}" type="pres">
      <dgm:prSet presAssocID="{1D7F4812-4BF2-49F7-8C8B-6AC6A817D72D}" presName="vert0" presStyleCnt="0">
        <dgm:presLayoutVars>
          <dgm:dir/>
          <dgm:animOne val="branch"/>
          <dgm:animLvl val="lvl"/>
        </dgm:presLayoutVars>
      </dgm:prSet>
      <dgm:spPr/>
    </dgm:pt>
    <dgm:pt modelId="{38D0E646-3A86-40D4-AE1B-BE52F857A581}" type="pres">
      <dgm:prSet presAssocID="{8865AC38-3462-444B-9238-95B8BF06D098}" presName="thickLine" presStyleLbl="alignNode1" presStyleIdx="0" presStyleCnt="2"/>
      <dgm:spPr/>
    </dgm:pt>
    <dgm:pt modelId="{9361FDFC-82A4-435C-A7D1-EA27C1E4E186}" type="pres">
      <dgm:prSet presAssocID="{8865AC38-3462-444B-9238-95B8BF06D098}" presName="horz1" presStyleCnt="0"/>
      <dgm:spPr/>
    </dgm:pt>
    <dgm:pt modelId="{131D5EB4-1141-4E60-8D9D-190601E77FCF}" type="pres">
      <dgm:prSet presAssocID="{8865AC38-3462-444B-9238-95B8BF06D098}" presName="tx1" presStyleLbl="revTx" presStyleIdx="0" presStyleCnt="2"/>
      <dgm:spPr/>
    </dgm:pt>
    <dgm:pt modelId="{13D0CE5F-6887-41DD-BCBF-DE43757B5837}" type="pres">
      <dgm:prSet presAssocID="{8865AC38-3462-444B-9238-95B8BF06D098}" presName="vert1" presStyleCnt="0"/>
      <dgm:spPr/>
    </dgm:pt>
    <dgm:pt modelId="{F06FEE2E-AEDC-422B-BC0C-CEB5AAF3469A}" type="pres">
      <dgm:prSet presAssocID="{AB837D04-740B-49F6-ADF7-AE68EC537081}" presName="thickLine" presStyleLbl="alignNode1" presStyleIdx="1" presStyleCnt="2"/>
      <dgm:spPr/>
    </dgm:pt>
    <dgm:pt modelId="{D493A34A-A6D8-40C3-890C-84AE6DA09E72}" type="pres">
      <dgm:prSet presAssocID="{AB837D04-740B-49F6-ADF7-AE68EC537081}" presName="horz1" presStyleCnt="0"/>
      <dgm:spPr/>
    </dgm:pt>
    <dgm:pt modelId="{FEE9865D-618F-411F-8FB1-0BF5888DE272}" type="pres">
      <dgm:prSet presAssocID="{AB837D04-740B-49F6-ADF7-AE68EC537081}" presName="tx1" presStyleLbl="revTx" presStyleIdx="1" presStyleCnt="2"/>
      <dgm:spPr/>
    </dgm:pt>
    <dgm:pt modelId="{3DEC7A99-A2F2-4BBC-B91B-742518DA9FB0}" type="pres">
      <dgm:prSet presAssocID="{AB837D04-740B-49F6-ADF7-AE68EC537081}" presName="vert1" presStyleCnt="0"/>
      <dgm:spPr/>
    </dgm:pt>
  </dgm:ptLst>
  <dgm:cxnLst>
    <dgm:cxn modelId="{46822131-8232-453E-A005-C3BE261BEF00}" type="presOf" srcId="{AB837D04-740B-49F6-ADF7-AE68EC537081}" destId="{FEE9865D-618F-411F-8FB1-0BF5888DE272}" srcOrd="0" destOrd="0" presId="urn:microsoft.com/office/officeart/2008/layout/LinedList"/>
    <dgm:cxn modelId="{35C96C54-B822-4C41-A294-26D7F3F5F687}" type="presOf" srcId="{8865AC38-3462-444B-9238-95B8BF06D098}" destId="{131D5EB4-1141-4E60-8D9D-190601E77FCF}" srcOrd="0" destOrd="0" presId="urn:microsoft.com/office/officeart/2008/layout/LinedList"/>
    <dgm:cxn modelId="{05388CA2-E5C4-4D98-AC41-BD4381DDAF5B}" srcId="{1D7F4812-4BF2-49F7-8C8B-6AC6A817D72D}" destId="{8865AC38-3462-444B-9238-95B8BF06D098}" srcOrd="0" destOrd="0" parTransId="{4FD17D02-D19D-4EEF-A9BC-FA791E8228AD}" sibTransId="{EDC2C1BB-301D-4407-955C-6E4E20C1A354}"/>
    <dgm:cxn modelId="{6A54DCCC-0055-46FE-AFB9-5F271D05A48C}" type="presOf" srcId="{1D7F4812-4BF2-49F7-8C8B-6AC6A817D72D}" destId="{6A511B22-AECC-405F-BBF5-E85A1616D39E}" srcOrd="0" destOrd="0" presId="urn:microsoft.com/office/officeart/2008/layout/LinedList"/>
    <dgm:cxn modelId="{0E0172E7-9528-4A4E-B917-A32D7A37DE97}" srcId="{1D7F4812-4BF2-49F7-8C8B-6AC6A817D72D}" destId="{AB837D04-740B-49F6-ADF7-AE68EC537081}" srcOrd="1" destOrd="0" parTransId="{D9E3FAF6-EC0C-49D2-83A0-86835BEB16A8}" sibTransId="{9828FA90-8123-4AC2-9894-FCF228A98F46}"/>
    <dgm:cxn modelId="{4065AFBA-7875-4B6A-8C44-0B99D66A26FB}" type="presParOf" srcId="{6A511B22-AECC-405F-BBF5-E85A1616D39E}" destId="{38D0E646-3A86-40D4-AE1B-BE52F857A581}" srcOrd="0" destOrd="0" presId="urn:microsoft.com/office/officeart/2008/layout/LinedList"/>
    <dgm:cxn modelId="{85D4222E-396F-4754-875E-D1DC8FBABA0D}" type="presParOf" srcId="{6A511B22-AECC-405F-BBF5-E85A1616D39E}" destId="{9361FDFC-82A4-435C-A7D1-EA27C1E4E186}" srcOrd="1" destOrd="0" presId="urn:microsoft.com/office/officeart/2008/layout/LinedList"/>
    <dgm:cxn modelId="{57AFBE28-8B02-4758-AFDF-C210AE2667B8}" type="presParOf" srcId="{9361FDFC-82A4-435C-A7D1-EA27C1E4E186}" destId="{131D5EB4-1141-4E60-8D9D-190601E77FCF}" srcOrd="0" destOrd="0" presId="urn:microsoft.com/office/officeart/2008/layout/LinedList"/>
    <dgm:cxn modelId="{A64B44BC-6E76-45DF-AFD2-0F5F562A7C96}" type="presParOf" srcId="{9361FDFC-82A4-435C-A7D1-EA27C1E4E186}" destId="{13D0CE5F-6887-41DD-BCBF-DE43757B5837}" srcOrd="1" destOrd="0" presId="urn:microsoft.com/office/officeart/2008/layout/LinedList"/>
    <dgm:cxn modelId="{E221D17A-909F-41FD-AFEA-423CFB50BE71}" type="presParOf" srcId="{6A511B22-AECC-405F-BBF5-E85A1616D39E}" destId="{F06FEE2E-AEDC-422B-BC0C-CEB5AAF3469A}" srcOrd="2" destOrd="0" presId="urn:microsoft.com/office/officeart/2008/layout/LinedList"/>
    <dgm:cxn modelId="{49B0E6BD-4E51-4D53-BDA3-0972EEF5B8FD}" type="presParOf" srcId="{6A511B22-AECC-405F-BBF5-E85A1616D39E}" destId="{D493A34A-A6D8-40C3-890C-84AE6DA09E72}" srcOrd="3" destOrd="0" presId="urn:microsoft.com/office/officeart/2008/layout/LinedList"/>
    <dgm:cxn modelId="{5D470EF7-1134-4C09-B47C-3C9C276EF1CA}" type="presParOf" srcId="{D493A34A-A6D8-40C3-890C-84AE6DA09E72}" destId="{FEE9865D-618F-411F-8FB1-0BF5888DE272}" srcOrd="0" destOrd="0" presId="urn:microsoft.com/office/officeart/2008/layout/LinedList"/>
    <dgm:cxn modelId="{2C7EAD5D-B122-4B89-B8D4-89D367DFDF67}" type="presParOf" srcId="{D493A34A-A6D8-40C3-890C-84AE6DA09E72}" destId="{3DEC7A99-A2F2-4BBC-B91B-742518DA9FB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B61A235-01D6-409C-B587-1AC55DDCD4A4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AE13AE1-75CF-450D-A6D1-5AA930E55BCE}">
      <dgm:prSet/>
      <dgm:spPr/>
      <dgm:t>
        <a:bodyPr/>
        <a:lstStyle/>
        <a:p>
          <a:r>
            <a:rPr lang="en-US"/>
            <a:t>SSE: Lightweight for one-way updates.</a:t>
          </a:r>
        </a:p>
      </dgm:t>
    </dgm:pt>
    <dgm:pt modelId="{2FE46FCB-85A0-4FD5-98F1-D2D979CBD371}" type="parTrans" cxnId="{B7CFB0BA-BEF2-4B5E-ACCE-8045FC1EC88C}">
      <dgm:prSet/>
      <dgm:spPr/>
      <dgm:t>
        <a:bodyPr/>
        <a:lstStyle/>
        <a:p>
          <a:endParaRPr lang="en-US"/>
        </a:p>
      </dgm:t>
    </dgm:pt>
    <dgm:pt modelId="{122422D4-60A5-48FA-A579-D48EFE4BFC04}" type="sibTrans" cxnId="{B7CFB0BA-BEF2-4B5E-ACCE-8045FC1EC88C}">
      <dgm:prSet/>
      <dgm:spPr/>
      <dgm:t>
        <a:bodyPr/>
        <a:lstStyle/>
        <a:p>
          <a:endParaRPr lang="en-US"/>
        </a:p>
      </dgm:t>
    </dgm:pt>
    <dgm:pt modelId="{FF08E10A-A093-425F-90BC-3DC737032A2D}">
      <dgm:prSet/>
      <dgm:spPr/>
      <dgm:t>
        <a:bodyPr/>
        <a:lstStyle/>
        <a:p>
          <a:r>
            <a:rPr lang="en-US" dirty="0"/>
            <a:t>WebSocket: Efficient for frequent, two-way communication.</a:t>
          </a:r>
        </a:p>
      </dgm:t>
    </dgm:pt>
    <dgm:pt modelId="{037F54DE-C7B1-4979-B655-223136203AA8}" type="parTrans" cxnId="{C012FDB7-A5F1-42E7-84C8-44809078C5A6}">
      <dgm:prSet/>
      <dgm:spPr/>
      <dgm:t>
        <a:bodyPr/>
        <a:lstStyle/>
        <a:p>
          <a:endParaRPr lang="en-US"/>
        </a:p>
      </dgm:t>
    </dgm:pt>
    <dgm:pt modelId="{7BA81D82-E8B0-497D-B512-7088A394240A}" type="sibTrans" cxnId="{C012FDB7-A5F1-42E7-84C8-44809078C5A6}">
      <dgm:prSet/>
      <dgm:spPr/>
      <dgm:t>
        <a:bodyPr/>
        <a:lstStyle/>
        <a:p>
          <a:endParaRPr lang="en-US"/>
        </a:p>
      </dgm:t>
    </dgm:pt>
    <dgm:pt modelId="{310ABE47-5989-4E8A-9639-D885A417B407}" type="pres">
      <dgm:prSet presAssocID="{5B61A235-01D6-409C-B587-1AC55DDCD4A4}" presName="vert0" presStyleCnt="0">
        <dgm:presLayoutVars>
          <dgm:dir/>
          <dgm:animOne val="branch"/>
          <dgm:animLvl val="lvl"/>
        </dgm:presLayoutVars>
      </dgm:prSet>
      <dgm:spPr/>
    </dgm:pt>
    <dgm:pt modelId="{EC615213-C879-4E43-9851-2987D12AA64D}" type="pres">
      <dgm:prSet presAssocID="{9AE13AE1-75CF-450D-A6D1-5AA930E55BCE}" presName="thickLine" presStyleLbl="alignNode1" presStyleIdx="0" presStyleCnt="2"/>
      <dgm:spPr/>
    </dgm:pt>
    <dgm:pt modelId="{798227BC-8E63-4AB2-9E22-53E453A13D49}" type="pres">
      <dgm:prSet presAssocID="{9AE13AE1-75CF-450D-A6D1-5AA930E55BCE}" presName="horz1" presStyleCnt="0"/>
      <dgm:spPr/>
    </dgm:pt>
    <dgm:pt modelId="{B500F45C-63D1-44D0-8222-BB0420F0B404}" type="pres">
      <dgm:prSet presAssocID="{9AE13AE1-75CF-450D-A6D1-5AA930E55BCE}" presName="tx1" presStyleLbl="revTx" presStyleIdx="0" presStyleCnt="2"/>
      <dgm:spPr/>
    </dgm:pt>
    <dgm:pt modelId="{1121146A-A8C7-450B-A677-B9E6006B4CD7}" type="pres">
      <dgm:prSet presAssocID="{9AE13AE1-75CF-450D-A6D1-5AA930E55BCE}" presName="vert1" presStyleCnt="0"/>
      <dgm:spPr/>
    </dgm:pt>
    <dgm:pt modelId="{2B726741-FCBB-47EF-927D-0A4D53ABD76F}" type="pres">
      <dgm:prSet presAssocID="{FF08E10A-A093-425F-90BC-3DC737032A2D}" presName="thickLine" presStyleLbl="alignNode1" presStyleIdx="1" presStyleCnt="2"/>
      <dgm:spPr/>
    </dgm:pt>
    <dgm:pt modelId="{99D4744A-7AA4-4645-ACBC-8A15C34957F9}" type="pres">
      <dgm:prSet presAssocID="{FF08E10A-A093-425F-90BC-3DC737032A2D}" presName="horz1" presStyleCnt="0"/>
      <dgm:spPr/>
    </dgm:pt>
    <dgm:pt modelId="{26F6063C-7A36-47B3-BD88-DFAC368180B1}" type="pres">
      <dgm:prSet presAssocID="{FF08E10A-A093-425F-90BC-3DC737032A2D}" presName="tx1" presStyleLbl="revTx" presStyleIdx="1" presStyleCnt="2"/>
      <dgm:spPr/>
    </dgm:pt>
    <dgm:pt modelId="{EA87D11F-B2BF-4CA4-A671-5D1D9B43B84E}" type="pres">
      <dgm:prSet presAssocID="{FF08E10A-A093-425F-90BC-3DC737032A2D}" presName="vert1" presStyleCnt="0"/>
      <dgm:spPr/>
    </dgm:pt>
  </dgm:ptLst>
  <dgm:cxnLst>
    <dgm:cxn modelId="{38DE2805-EE70-4210-AED4-2A0C15C2B7F1}" type="presOf" srcId="{9AE13AE1-75CF-450D-A6D1-5AA930E55BCE}" destId="{B500F45C-63D1-44D0-8222-BB0420F0B404}" srcOrd="0" destOrd="0" presId="urn:microsoft.com/office/officeart/2008/layout/LinedList"/>
    <dgm:cxn modelId="{4C6F1071-937E-4A83-BF29-1AB88BD3F838}" type="presOf" srcId="{5B61A235-01D6-409C-B587-1AC55DDCD4A4}" destId="{310ABE47-5989-4E8A-9639-D885A417B407}" srcOrd="0" destOrd="0" presId="urn:microsoft.com/office/officeart/2008/layout/LinedList"/>
    <dgm:cxn modelId="{FF0F5055-B98D-45D2-9E32-779C915C3857}" type="presOf" srcId="{FF08E10A-A093-425F-90BC-3DC737032A2D}" destId="{26F6063C-7A36-47B3-BD88-DFAC368180B1}" srcOrd="0" destOrd="0" presId="urn:microsoft.com/office/officeart/2008/layout/LinedList"/>
    <dgm:cxn modelId="{C012FDB7-A5F1-42E7-84C8-44809078C5A6}" srcId="{5B61A235-01D6-409C-B587-1AC55DDCD4A4}" destId="{FF08E10A-A093-425F-90BC-3DC737032A2D}" srcOrd="1" destOrd="0" parTransId="{037F54DE-C7B1-4979-B655-223136203AA8}" sibTransId="{7BA81D82-E8B0-497D-B512-7088A394240A}"/>
    <dgm:cxn modelId="{B7CFB0BA-BEF2-4B5E-ACCE-8045FC1EC88C}" srcId="{5B61A235-01D6-409C-B587-1AC55DDCD4A4}" destId="{9AE13AE1-75CF-450D-A6D1-5AA930E55BCE}" srcOrd="0" destOrd="0" parTransId="{2FE46FCB-85A0-4FD5-98F1-D2D979CBD371}" sibTransId="{122422D4-60A5-48FA-A579-D48EFE4BFC04}"/>
    <dgm:cxn modelId="{BD9C44CE-7237-4318-AE63-083BC60C4D75}" type="presParOf" srcId="{310ABE47-5989-4E8A-9639-D885A417B407}" destId="{EC615213-C879-4E43-9851-2987D12AA64D}" srcOrd="0" destOrd="0" presId="urn:microsoft.com/office/officeart/2008/layout/LinedList"/>
    <dgm:cxn modelId="{C94ACDED-1DE6-40B3-B088-504C99A6B00B}" type="presParOf" srcId="{310ABE47-5989-4E8A-9639-D885A417B407}" destId="{798227BC-8E63-4AB2-9E22-53E453A13D49}" srcOrd="1" destOrd="0" presId="urn:microsoft.com/office/officeart/2008/layout/LinedList"/>
    <dgm:cxn modelId="{0F3BE52E-8F98-456F-8EA0-A470FE820FCC}" type="presParOf" srcId="{798227BC-8E63-4AB2-9E22-53E453A13D49}" destId="{B500F45C-63D1-44D0-8222-BB0420F0B404}" srcOrd="0" destOrd="0" presId="urn:microsoft.com/office/officeart/2008/layout/LinedList"/>
    <dgm:cxn modelId="{471678E3-D3F6-4171-928A-99C7FB7DA8D3}" type="presParOf" srcId="{798227BC-8E63-4AB2-9E22-53E453A13D49}" destId="{1121146A-A8C7-450B-A677-B9E6006B4CD7}" srcOrd="1" destOrd="0" presId="urn:microsoft.com/office/officeart/2008/layout/LinedList"/>
    <dgm:cxn modelId="{965246E2-2BF1-487D-A439-68342512D64D}" type="presParOf" srcId="{310ABE47-5989-4E8A-9639-D885A417B407}" destId="{2B726741-FCBB-47EF-927D-0A4D53ABD76F}" srcOrd="2" destOrd="0" presId="urn:microsoft.com/office/officeart/2008/layout/LinedList"/>
    <dgm:cxn modelId="{BE327091-4E3B-41D2-8B3D-0F0148D2B119}" type="presParOf" srcId="{310ABE47-5989-4E8A-9639-D885A417B407}" destId="{99D4744A-7AA4-4645-ACBC-8A15C34957F9}" srcOrd="3" destOrd="0" presId="urn:microsoft.com/office/officeart/2008/layout/LinedList"/>
    <dgm:cxn modelId="{8804E720-CB01-44AB-8C94-D828F6BC39EB}" type="presParOf" srcId="{99D4744A-7AA4-4645-ACBC-8A15C34957F9}" destId="{26F6063C-7A36-47B3-BD88-DFAC368180B1}" srcOrd="0" destOrd="0" presId="urn:microsoft.com/office/officeart/2008/layout/LinedList"/>
    <dgm:cxn modelId="{384B2D97-71B9-48FE-BC7D-1F13979B233B}" type="presParOf" srcId="{99D4744A-7AA4-4645-ACBC-8A15C34957F9}" destId="{EA87D11F-B2BF-4CA4-A671-5D1D9B43B84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42D45C-1080-4301-AECA-BA410459A329}">
      <dsp:nvSpPr>
        <dsp:cNvPr id="0" name=""/>
        <dsp:cNvSpPr/>
      </dsp:nvSpPr>
      <dsp:spPr>
        <a:xfrm>
          <a:off x="0" y="2280"/>
          <a:ext cx="5803231" cy="11558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C012A6-146E-47D3-BB53-BD6D9595ED70}">
      <dsp:nvSpPr>
        <dsp:cNvPr id="0" name=""/>
        <dsp:cNvSpPr/>
      </dsp:nvSpPr>
      <dsp:spPr>
        <a:xfrm>
          <a:off x="349653" y="262353"/>
          <a:ext cx="635733" cy="63573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963921-F9DF-4CD9-9904-6836DB017AE1}">
      <dsp:nvSpPr>
        <dsp:cNvPr id="0" name=""/>
        <dsp:cNvSpPr/>
      </dsp:nvSpPr>
      <dsp:spPr>
        <a:xfrm>
          <a:off x="1335039" y="2280"/>
          <a:ext cx="4468191" cy="1155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30" tIns="122330" rIns="122330" bIns="1223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Real-time communication in modern web applications</a:t>
          </a:r>
        </a:p>
      </dsp:txBody>
      <dsp:txXfrm>
        <a:off x="1335039" y="2280"/>
        <a:ext cx="4468191" cy="1155878"/>
      </dsp:txXfrm>
    </dsp:sp>
    <dsp:sp modelId="{0C8CA89B-6B70-49C3-ABC2-1632D02668E0}">
      <dsp:nvSpPr>
        <dsp:cNvPr id="0" name=""/>
        <dsp:cNvSpPr/>
      </dsp:nvSpPr>
      <dsp:spPr>
        <a:xfrm>
          <a:off x="0" y="1447128"/>
          <a:ext cx="5803231" cy="11558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8E27E7-3A90-4134-9C56-B101C7004D38}">
      <dsp:nvSpPr>
        <dsp:cNvPr id="0" name=""/>
        <dsp:cNvSpPr/>
      </dsp:nvSpPr>
      <dsp:spPr>
        <a:xfrm>
          <a:off x="349653" y="1707201"/>
          <a:ext cx="635733" cy="63573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4184F8-4D05-4CFC-8717-9EEE26AFD2BC}">
      <dsp:nvSpPr>
        <dsp:cNvPr id="0" name=""/>
        <dsp:cNvSpPr/>
      </dsp:nvSpPr>
      <dsp:spPr>
        <a:xfrm>
          <a:off x="1335039" y="1447128"/>
          <a:ext cx="4468191" cy="1155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30" tIns="122330" rIns="122330" bIns="1223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Common approaches: SSE (Server-Sent Events) and WebSocket.</a:t>
          </a:r>
        </a:p>
      </dsp:txBody>
      <dsp:txXfrm>
        <a:off x="1335039" y="1447128"/>
        <a:ext cx="4468191" cy="1155878"/>
      </dsp:txXfrm>
    </dsp:sp>
    <dsp:sp modelId="{42BD4A92-E239-44A7-A9A5-486178B526F8}">
      <dsp:nvSpPr>
        <dsp:cNvPr id="0" name=""/>
        <dsp:cNvSpPr/>
      </dsp:nvSpPr>
      <dsp:spPr>
        <a:xfrm>
          <a:off x="0" y="2891976"/>
          <a:ext cx="5803231" cy="11558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944927-4518-4B02-9FF6-C5DB7B88DB38}">
      <dsp:nvSpPr>
        <dsp:cNvPr id="0" name=""/>
        <dsp:cNvSpPr/>
      </dsp:nvSpPr>
      <dsp:spPr>
        <a:xfrm>
          <a:off x="349653" y="3152048"/>
          <a:ext cx="635733" cy="63573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D79853-8616-41D8-B15E-3CE9E5577BC1}">
      <dsp:nvSpPr>
        <dsp:cNvPr id="0" name=""/>
        <dsp:cNvSpPr/>
      </dsp:nvSpPr>
      <dsp:spPr>
        <a:xfrm>
          <a:off x="1335039" y="2891976"/>
          <a:ext cx="4468191" cy="1155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30" tIns="122330" rIns="122330" bIns="1223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HTTP Single long-lived HTTP connection</a:t>
          </a:r>
        </a:p>
      </dsp:txBody>
      <dsp:txXfrm>
        <a:off x="1335039" y="2891976"/>
        <a:ext cx="4468191" cy="1155878"/>
      </dsp:txXfrm>
    </dsp:sp>
    <dsp:sp modelId="{7638AAF8-2549-4146-BC06-B795DF7B7AF7}">
      <dsp:nvSpPr>
        <dsp:cNvPr id="0" name=""/>
        <dsp:cNvSpPr/>
      </dsp:nvSpPr>
      <dsp:spPr>
        <a:xfrm>
          <a:off x="0" y="4336824"/>
          <a:ext cx="5803231" cy="115587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494F02-548A-41D2-ABC6-527731BCFEED}">
      <dsp:nvSpPr>
        <dsp:cNvPr id="0" name=""/>
        <dsp:cNvSpPr/>
      </dsp:nvSpPr>
      <dsp:spPr>
        <a:xfrm>
          <a:off x="349653" y="4596896"/>
          <a:ext cx="635733" cy="635733"/>
        </a:xfrm>
        <a:prstGeom prst="rect">
          <a:avLst/>
        </a:prstGeom>
        <a:blipFill rotWithShape="1"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B661C2-427D-4567-AE50-690A4F2CB8FE}">
      <dsp:nvSpPr>
        <dsp:cNvPr id="0" name=""/>
        <dsp:cNvSpPr/>
      </dsp:nvSpPr>
      <dsp:spPr>
        <a:xfrm>
          <a:off x="1335039" y="4336824"/>
          <a:ext cx="4468191" cy="11558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30" tIns="122330" rIns="122330" bIns="1223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SignalR as a framework simplifying real-time communication in .NET.</a:t>
          </a:r>
        </a:p>
      </dsp:txBody>
      <dsp:txXfrm>
        <a:off x="1335039" y="4336824"/>
        <a:ext cx="4468191" cy="11558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95C7AD-2EA1-42C9-9F29-79697B6B086B}">
      <dsp:nvSpPr>
        <dsp:cNvPr id="0" name=""/>
        <dsp:cNvSpPr/>
      </dsp:nvSpPr>
      <dsp:spPr>
        <a:xfrm>
          <a:off x="0" y="0"/>
          <a:ext cx="580323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EB6409-9019-4E63-9515-415EAA517B68}">
      <dsp:nvSpPr>
        <dsp:cNvPr id="0" name=""/>
        <dsp:cNvSpPr/>
      </dsp:nvSpPr>
      <dsp:spPr>
        <a:xfrm>
          <a:off x="0" y="0"/>
          <a:ext cx="5803231" cy="1373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A unidirectional communication protocol</a:t>
          </a:r>
        </a:p>
      </dsp:txBody>
      <dsp:txXfrm>
        <a:off x="0" y="0"/>
        <a:ext cx="5803231" cy="1373745"/>
      </dsp:txXfrm>
    </dsp:sp>
    <dsp:sp modelId="{F4F2781B-001B-48EE-B5BC-F0ABD641C70C}">
      <dsp:nvSpPr>
        <dsp:cNvPr id="0" name=""/>
        <dsp:cNvSpPr/>
      </dsp:nvSpPr>
      <dsp:spPr>
        <a:xfrm>
          <a:off x="0" y="1373745"/>
          <a:ext cx="580323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E2D0C-8D14-4442-BC5C-01F3B5CF0ACB}">
      <dsp:nvSpPr>
        <dsp:cNvPr id="0" name=""/>
        <dsp:cNvSpPr/>
      </dsp:nvSpPr>
      <dsp:spPr>
        <a:xfrm>
          <a:off x="0" y="1373745"/>
          <a:ext cx="5803231" cy="1373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Uses a single long-lived HTTP connection</a:t>
          </a:r>
        </a:p>
      </dsp:txBody>
      <dsp:txXfrm>
        <a:off x="0" y="1373745"/>
        <a:ext cx="5803231" cy="1373745"/>
      </dsp:txXfrm>
    </dsp:sp>
    <dsp:sp modelId="{FF303B5C-54AD-4F3F-A9CF-259195FC0456}">
      <dsp:nvSpPr>
        <dsp:cNvPr id="0" name=""/>
        <dsp:cNvSpPr/>
      </dsp:nvSpPr>
      <dsp:spPr>
        <a:xfrm>
          <a:off x="0" y="2747491"/>
          <a:ext cx="580323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1084B-2EDE-49F9-A11D-41BD59D9A757}">
      <dsp:nvSpPr>
        <dsp:cNvPr id="0" name=""/>
        <dsp:cNvSpPr/>
      </dsp:nvSpPr>
      <dsp:spPr>
        <a:xfrm>
          <a:off x="0" y="2747491"/>
          <a:ext cx="5803231" cy="1373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Client subscribes to events.</a:t>
          </a:r>
        </a:p>
      </dsp:txBody>
      <dsp:txXfrm>
        <a:off x="0" y="2747491"/>
        <a:ext cx="5803231" cy="1373745"/>
      </dsp:txXfrm>
    </dsp:sp>
    <dsp:sp modelId="{E42FF6B5-DD18-4BE2-8622-8CF6EA058939}">
      <dsp:nvSpPr>
        <dsp:cNvPr id="0" name=""/>
        <dsp:cNvSpPr/>
      </dsp:nvSpPr>
      <dsp:spPr>
        <a:xfrm>
          <a:off x="0" y="4121237"/>
          <a:ext cx="580323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9E7CEA-D123-4C52-8E83-61981B352244}">
      <dsp:nvSpPr>
        <dsp:cNvPr id="0" name=""/>
        <dsp:cNvSpPr/>
      </dsp:nvSpPr>
      <dsp:spPr>
        <a:xfrm>
          <a:off x="0" y="4121237"/>
          <a:ext cx="5803231" cy="13737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JobLogId</a:t>
          </a:r>
        </a:p>
      </dsp:txBody>
      <dsp:txXfrm>
        <a:off x="0" y="4121237"/>
        <a:ext cx="5803231" cy="137374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66195D-DDC6-416A-96C0-830064E33BA2}">
      <dsp:nvSpPr>
        <dsp:cNvPr id="0" name=""/>
        <dsp:cNvSpPr/>
      </dsp:nvSpPr>
      <dsp:spPr>
        <a:xfrm>
          <a:off x="0" y="2683"/>
          <a:ext cx="58032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D9ABE-1E38-4B35-923E-E0269FB3C9B3}">
      <dsp:nvSpPr>
        <dsp:cNvPr id="0" name=""/>
        <dsp:cNvSpPr/>
      </dsp:nvSpPr>
      <dsp:spPr>
        <a:xfrm>
          <a:off x="0" y="2683"/>
          <a:ext cx="5803231" cy="18298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Simple implementation using standard HTTP.</a:t>
          </a:r>
        </a:p>
      </dsp:txBody>
      <dsp:txXfrm>
        <a:off x="0" y="2683"/>
        <a:ext cx="5803231" cy="1829872"/>
      </dsp:txXfrm>
    </dsp:sp>
    <dsp:sp modelId="{6628FB70-AEB5-4948-A7B3-A8503D402E40}">
      <dsp:nvSpPr>
        <dsp:cNvPr id="0" name=""/>
        <dsp:cNvSpPr/>
      </dsp:nvSpPr>
      <dsp:spPr>
        <a:xfrm>
          <a:off x="0" y="1832555"/>
          <a:ext cx="58032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7C5A44-9497-4ED4-894E-62B7D8027E71}">
      <dsp:nvSpPr>
        <dsp:cNvPr id="0" name=""/>
        <dsp:cNvSpPr/>
      </dsp:nvSpPr>
      <dsp:spPr>
        <a:xfrm>
          <a:off x="0" y="1832555"/>
          <a:ext cx="5803231" cy="18298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Native browser support (EventSource API).</a:t>
          </a:r>
        </a:p>
      </dsp:txBody>
      <dsp:txXfrm>
        <a:off x="0" y="1832555"/>
        <a:ext cx="5803231" cy="1829872"/>
      </dsp:txXfrm>
    </dsp:sp>
    <dsp:sp modelId="{1DE4E0E9-7CEE-44BE-A1C7-E68EE150907F}">
      <dsp:nvSpPr>
        <dsp:cNvPr id="0" name=""/>
        <dsp:cNvSpPr/>
      </dsp:nvSpPr>
      <dsp:spPr>
        <a:xfrm>
          <a:off x="0" y="3662427"/>
          <a:ext cx="58032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885063-AC54-40C7-AC5E-951EE9C5EA89}">
      <dsp:nvSpPr>
        <dsp:cNvPr id="0" name=""/>
        <dsp:cNvSpPr/>
      </dsp:nvSpPr>
      <dsp:spPr>
        <a:xfrm>
          <a:off x="0" y="3662427"/>
          <a:ext cx="5803231" cy="18298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Works well for lightweight, one-way notifications.</a:t>
          </a:r>
        </a:p>
      </dsp:txBody>
      <dsp:txXfrm>
        <a:off x="0" y="3662427"/>
        <a:ext cx="5803231" cy="18298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273104-FC80-49C6-BDD1-B0BC174BBAA7}">
      <dsp:nvSpPr>
        <dsp:cNvPr id="0" name=""/>
        <dsp:cNvSpPr/>
      </dsp:nvSpPr>
      <dsp:spPr>
        <a:xfrm>
          <a:off x="0" y="0"/>
          <a:ext cx="58032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F81CEE-75D1-4250-91DC-152B4CA70FC8}">
      <dsp:nvSpPr>
        <dsp:cNvPr id="0" name=""/>
        <dsp:cNvSpPr/>
      </dsp:nvSpPr>
      <dsp:spPr>
        <a:xfrm>
          <a:off x="0" y="0"/>
          <a:ext cx="5803231" cy="2747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SignalR abstracts real-time communication, using WebSocket when available.</a:t>
          </a:r>
        </a:p>
      </dsp:txBody>
      <dsp:txXfrm>
        <a:off x="0" y="0"/>
        <a:ext cx="5803231" cy="2747491"/>
      </dsp:txXfrm>
    </dsp:sp>
    <dsp:sp modelId="{5B52D08B-8D23-4389-BBD0-0FB6E463BD26}">
      <dsp:nvSpPr>
        <dsp:cNvPr id="0" name=""/>
        <dsp:cNvSpPr/>
      </dsp:nvSpPr>
      <dsp:spPr>
        <a:xfrm>
          <a:off x="0" y="2747491"/>
          <a:ext cx="58032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5F878A-DC58-4F14-94AB-0F84B7DF122F}">
      <dsp:nvSpPr>
        <dsp:cNvPr id="0" name=""/>
        <dsp:cNvSpPr/>
      </dsp:nvSpPr>
      <dsp:spPr>
        <a:xfrm>
          <a:off x="0" y="2747491"/>
          <a:ext cx="5803231" cy="2747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/>
            <a:t>Full-duplex communication over a single TCP connection.</a:t>
          </a:r>
        </a:p>
      </dsp:txBody>
      <dsp:txXfrm>
        <a:off x="0" y="2747491"/>
        <a:ext cx="5803231" cy="274749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D0E646-3A86-40D4-AE1B-BE52F857A581}">
      <dsp:nvSpPr>
        <dsp:cNvPr id="0" name=""/>
        <dsp:cNvSpPr/>
      </dsp:nvSpPr>
      <dsp:spPr>
        <a:xfrm>
          <a:off x="0" y="0"/>
          <a:ext cx="58032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1D5EB4-1141-4E60-8D9D-190601E77FCF}">
      <dsp:nvSpPr>
        <dsp:cNvPr id="0" name=""/>
        <dsp:cNvSpPr/>
      </dsp:nvSpPr>
      <dsp:spPr>
        <a:xfrm>
          <a:off x="0" y="0"/>
          <a:ext cx="5803231" cy="2747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Supports bidirectional messaging.</a:t>
          </a:r>
        </a:p>
      </dsp:txBody>
      <dsp:txXfrm>
        <a:off x="0" y="0"/>
        <a:ext cx="5803231" cy="2747491"/>
      </dsp:txXfrm>
    </dsp:sp>
    <dsp:sp modelId="{F06FEE2E-AEDC-422B-BC0C-CEB5AAF3469A}">
      <dsp:nvSpPr>
        <dsp:cNvPr id="0" name=""/>
        <dsp:cNvSpPr/>
      </dsp:nvSpPr>
      <dsp:spPr>
        <a:xfrm>
          <a:off x="0" y="2747491"/>
          <a:ext cx="58032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E9865D-618F-411F-8FB1-0BF5888DE272}">
      <dsp:nvSpPr>
        <dsp:cNvPr id="0" name=""/>
        <dsp:cNvSpPr/>
      </dsp:nvSpPr>
      <dsp:spPr>
        <a:xfrm>
          <a:off x="0" y="2747491"/>
          <a:ext cx="5803231" cy="2747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Automatic fallback to other transports (Long Polling, SSE) if WebSocket is unavailable.</a:t>
          </a:r>
        </a:p>
      </dsp:txBody>
      <dsp:txXfrm>
        <a:off x="0" y="2747491"/>
        <a:ext cx="5803231" cy="274749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C615213-C879-4E43-9851-2987D12AA64D}">
      <dsp:nvSpPr>
        <dsp:cNvPr id="0" name=""/>
        <dsp:cNvSpPr/>
      </dsp:nvSpPr>
      <dsp:spPr>
        <a:xfrm>
          <a:off x="0" y="0"/>
          <a:ext cx="58032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00F45C-63D1-44D0-8222-BB0420F0B404}">
      <dsp:nvSpPr>
        <dsp:cNvPr id="0" name=""/>
        <dsp:cNvSpPr/>
      </dsp:nvSpPr>
      <dsp:spPr>
        <a:xfrm>
          <a:off x="0" y="0"/>
          <a:ext cx="5803231" cy="2747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SSE: Lightweight for one-way updates.</a:t>
          </a:r>
        </a:p>
      </dsp:txBody>
      <dsp:txXfrm>
        <a:off x="0" y="0"/>
        <a:ext cx="5803231" cy="2747491"/>
      </dsp:txXfrm>
    </dsp:sp>
    <dsp:sp modelId="{2B726741-FCBB-47EF-927D-0A4D53ABD76F}">
      <dsp:nvSpPr>
        <dsp:cNvPr id="0" name=""/>
        <dsp:cNvSpPr/>
      </dsp:nvSpPr>
      <dsp:spPr>
        <a:xfrm>
          <a:off x="0" y="2747491"/>
          <a:ext cx="5803231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F6063C-7A36-47B3-BD88-DFAC368180B1}">
      <dsp:nvSpPr>
        <dsp:cNvPr id="0" name=""/>
        <dsp:cNvSpPr/>
      </dsp:nvSpPr>
      <dsp:spPr>
        <a:xfrm>
          <a:off x="0" y="2747491"/>
          <a:ext cx="5803231" cy="27474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3830" tIns="163830" rIns="163830" bIns="163830" numCol="1" spcCol="1270" anchor="t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WebSocket: Efficient for frequent, two-way communication.</a:t>
          </a:r>
        </a:p>
      </dsp:txBody>
      <dsp:txXfrm>
        <a:off x="0" y="2747491"/>
        <a:ext cx="5803231" cy="27474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4DF3C-8884-4BE6-BDEC-176F6955BE7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4F25DF-B840-4D8A-A830-C637357AA2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515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4F25DF-B840-4D8A-A830-C637357AA2C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197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4F25DF-B840-4D8A-A830-C637357AA2C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73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1" descr="Tag=AccentColor&#10;Flavor=Light&#10;Target=Fill">
            <a:extLst>
              <a:ext uri="{FF2B5EF4-FFF2-40B4-BE49-F238E27FC236}">
                <a16:creationId xmlns:a16="http://schemas.microsoft.com/office/drawing/2014/main" id="{0D57E7FA-E8FC-45AC-868F-CDC8144939D6}"/>
              </a:ext>
            </a:extLst>
          </p:cNvPr>
          <p:cNvSpPr/>
          <p:nvPr/>
        </p:nvSpPr>
        <p:spPr>
          <a:xfrm rot="10800000" flipV="1">
            <a:off x="2599854" y="527562"/>
            <a:ext cx="6992292" cy="5102484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7094A5-EB6F-441D-88F8-CD7A30C847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8760" y="1591056"/>
            <a:ext cx="5705856" cy="3264408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7CE1E3-3929-42A6-81B7-056BD88EF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28616"/>
            <a:ext cx="5705856" cy="996696"/>
          </a:xfrm>
        </p:spPr>
        <p:txBody>
          <a:bodyPr/>
          <a:lstStyle>
            <a:lvl1pPr marL="0" indent="0" algn="l">
              <a:buNone/>
              <a:defRPr sz="2400" cap="all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951E3-0794-422C-AF76-0AD4A7FB1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EBFA8-0291-4D77-A9D9-B17FC2382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AC4D4-C4EE-4624-A329-C608A1D5A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343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13B7BB51-92B8-4089-8DAB-1202A4D1C6A3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030E26-A86A-417A-AA64-699AA8DD3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CF97E-0E6E-41E9-B75B-0371E744D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1680"/>
            <a:ext cx="1051560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AE770-8363-44CD-8A22-AB26C5C5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E618F2-3B8E-4449-91E7-F8AA49609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428F0-E5C2-42A1-AB2F-1A19FFAD1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51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9" descr="Tag=AccentColor&#10;Flavor=Light&#10;Target=Fill">
            <a:extLst>
              <a:ext uri="{FF2B5EF4-FFF2-40B4-BE49-F238E27FC236}">
                <a16:creationId xmlns:a16="http://schemas.microsoft.com/office/drawing/2014/main" id="{DB2CE8D6-5B4E-4EBE-9ED5-A1DA7E2A5CDA}"/>
              </a:ext>
            </a:extLst>
          </p:cNvPr>
          <p:cNvSpPr/>
          <p:nvPr/>
        </p:nvSpPr>
        <p:spPr>
          <a:xfrm>
            <a:off x="7209816" y="0"/>
            <a:ext cx="4143984" cy="5747660"/>
          </a:xfrm>
          <a:custGeom>
            <a:avLst/>
            <a:gdLst>
              <a:gd name="connsiteX0" fmla="*/ 0 w 3843750"/>
              <a:gd name="connsiteY0" fmla="*/ 346 h 5956080"/>
              <a:gd name="connsiteX1" fmla="*/ 72373 w 3843750"/>
              <a:gd name="connsiteY1" fmla="*/ 2447534 h 5956080"/>
              <a:gd name="connsiteX2" fmla="*/ 145093 w 3843750"/>
              <a:gd name="connsiteY2" fmla="*/ 3878724 h 5956080"/>
              <a:gd name="connsiteX3" fmla="*/ 237897 w 3843750"/>
              <a:gd name="connsiteY3" fmla="*/ 4208041 h 5956080"/>
              <a:gd name="connsiteX4" fmla="*/ 281875 w 3843750"/>
              <a:gd name="connsiteY4" fmla="*/ 4677601 h 5956080"/>
              <a:gd name="connsiteX5" fmla="*/ 360135 w 3843750"/>
              <a:gd name="connsiteY5" fmla="*/ 5287407 h 5956080"/>
              <a:gd name="connsiteX6" fmla="*/ 414155 w 3843750"/>
              <a:gd name="connsiteY6" fmla="*/ 5817914 h 5956080"/>
              <a:gd name="connsiteX7" fmla="*/ 681487 w 3843750"/>
              <a:gd name="connsiteY7" fmla="*/ 5914873 h 5956080"/>
              <a:gd name="connsiteX8" fmla="*/ 892373 w 3843750"/>
              <a:gd name="connsiteY8" fmla="*/ 5605295 h 5956080"/>
              <a:gd name="connsiteX9" fmla="*/ 1027770 w 3843750"/>
              <a:gd name="connsiteY9" fmla="*/ 5804063 h 5956080"/>
              <a:gd name="connsiteX10" fmla="*/ 1200566 w 3843750"/>
              <a:gd name="connsiteY10" fmla="*/ 5527036 h 5956080"/>
              <a:gd name="connsiteX11" fmla="*/ 1348083 w 3843750"/>
              <a:gd name="connsiteY11" fmla="*/ 5363590 h 5956080"/>
              <a:gd name="connsiteX12" fmla="*/ 1425997 w 3843750"/>
              <a:gd name="connsiteY12" fmla="*/ 4800532 h 5956080"/>
              <a:gd name="connsiteX13" fmla="*/ 1517416 w 3843750"/>
              <a:gd name="connsiteY13" fmla="*/ 4640549 h 5956080"/>
              <a:gd name="connsiteX14" fmla="*/ 1569705 w 3843750"/>
              <a:gd name="connsiteY14" fmla="*/ 4803995 h 5956080"/>
              <a:gd name="connsiteX15" fmla="*/ 1530921 w 3843750"/>
              <a:gd name="connsiteY15" fmla="*/ 5433885 h 5956080"/>
              <a:gd name="connsiteX16" fmla="*/ 1614721 w 3843750"/>
              <a:gd name="connsiteY16" fmla="*/ 5319957 h 5956080"/>
              <a:gd name="connsiteX17" fmla="*/ 1800676 w 3843750"/>
              <a:gd name="connsiteY17" fmla="*/ 4608691 h 5956080"/>
              <a:gd name="connsiteX18" fmla="*/ 1918759 w 3843750"/>
              <a:gd name="connsiteY18" fmla="*/ 4486799 h 5956080"/>
              <a:gd name="connsiteX19" fmla="*/ 2009139 w 3843750"/>
              <a:gd name="connsiteY19" fmla="*/ 4715000 h 5956080"/>
              <a:gd name="connsiteX20" fmla="*/ 2135532 w 3843750"/>
              <a:gd name="connsiteY20" fmla="*/ 5321689 h 5956080"/>
              <a:gd name="connsiteX21" fmla="*/ 2209291 w 3843750"/>
              <a:gd name="connsiteY21" fmla="*/ 5028733 h 5956080"/>
              <a:gd name="connsiteX22" fmla="*/ 2501208 w 3843750"/>
              <a:gd name="connsiteY22" fmla="*/ 4457711 h 5956080"/>
              <a:gd name="connsiteX23" fmla="*/ 2695127 w 3843750"/>
              <a:gd name="connsiteY23" fmla="*/ 4973674 h 5956080"/>
              <a:gd name="connsiteX24" fmla="*/ 2825329 w 3843750"/>
              <a:gd name="connsiteY24" fmla="*/ 4563328 h 5956080"/>
              <a:gd name="connsiteX25" fmla="*/ 2904628 w 3843750"/>
              <a:gd name="connsiteY25" fmla="*/ 4466368 h 5956080"/>
              <a:gd name="connsiteX26" fmla="*/ 2922635 w 3843750"/>
              <a:gd name="connsiteY26" fmla="*/ 4519696 h 5956080"/>
              <a:gd name="connsiteX27" fmla="*/ 3089544 w 3843750"/>
              <a:gd name="connsiteY27" fmla="*/ 3606545 h 5956080"/>
              <a:gd name="connsiteX28" fmla="*/ 3150490 w 3843750"/>
              <a:gd name="connsiteY28" fmla="*/ 3989882 h 5956080"/>
              <a:gd name="connsiteX29" fmla="*/ 3755448 w 3843750"/>
              <a:gd name="connsiteY29" fmla="*/ 1538193 h 5956080"/>
              <a:gd name="connsiteX30" fmla="*/ 3850330 w 3843750"/>
              <a:gd name="connsiteY30" fmla="*/ 0 h 5956080"/>
              <a:gd name="connsiteX31" fmla="*/ 0 w 3843750"/>
              <a:gd name="connsiteY31" fmla="*/ 0 h 5956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3843750" h="5956080">
                <a:moveTo>
                  <a:pt x="0" y="346"/>
                </a:moveTo>
                <a:cubicBezTo>
                  <a:pt x="12120" y="1234155"/>
                  <a:pt x="72720" y="2447534"/>
                  <a:pt x="72373" y="2447534"/>
                </a:cubicBezTo>
                <a:cubicBezTo>
                  <a:pt x="72720" y="2449265"/>
                  <a:pt x="114274" y="3641520"/>
                  <a:pt x="145093" y="3878724"/>
                </a:cubicBezTo>
                <a:cubicBezTo>
                  <a:pt x="176258" y="4119392"/>
                  <a:pt x="210194" y="3969797"/>
                  <a:pt x="237897" y="4208041"/>
                </a:cubicBezTo>
                <a:cubicBezTo>
                  <a:pt x="250017" y="4367677"/>
                  <a:pt x="237204" y="4527661"/>
                  <a:pt x="281875" y="4677601"/>
                </a:cubicBezTo>
                <a:cubicBezTo>
                  <a:pt x="278758" y="4908226"/>
                  <a:pt x="338319" y="5059552"/>
                  <a:pt x="360135" y="5287407"/>
                </a:cubicBezTo>
                <a:cubicBezTo>
                  <a:pt x="370177" y="5468860"/>
                  <a:pt x="348015" y="5649274"/>
                  <a:pt x="414155" y="5817914"/>
                </a:cubicBezTo>
                <a:cubicBezTo>
                  <a:pt x="467137" y="5947770"/>
                  <a:pt x="534662" y="6049578"/>
                  <a:pt x="681487" y="5914873"/>
                </a:cubicBezTo>
                <a:cubicBezTo>
                  <a:pt x="680448" y="5747964"/>
                  <a:pt x="925963" y="5772897"/>
                  <a:pt x="892373" y="5605295"/>
                </a:cubicBezTo>
                <a:cubicBezTo>
                  <a:pt x="1003184" y="5641309"/>
                  <a:pt x="945009" y="5759046"/>
                  <a:pt x="1027770" y="5804063"/>
                </a:cubicBezTo>
                <a:cubicBezTo>
                  <a:pt x="1099105" y="5719915"/>
                  <a:pt x="1051664" y="5551968"/>
                  <a:pt x="1200566" y="5527036"/>
                </a:cubicBezTo>
                <a:cubicBezTo>
                  <a:pt x="1352931" y="5564088"/>
                  <a:pt x="1336655" y="5453970"/>
                  <a:pt x="1348083" y="5363590"/>
                </a:cubicBezTo>
                <a:cubicBezTo>
                  <a:pt x="1370938" y="5149586"/>
                  <a:pt x="1389291" y="5009687"/>
                  <a:pt x="1425997" y="4800532"/>
                </a:cubicBezTo>
                <a:cubicBezTo>
                  <a:pt x="1436385" y="4748243"/>
                  <a:pt x="1415608" y="4628775"/>
                  <a:pt x="1517416" y="4640549"/>
                </a:cubicBezTo>
                <a:cubicBezTo>
                  <a:pt x="1596022" y="4651976"/>
                  <a:pt x="1566242" y="4746512"/>
                  <a:pt x="1569705" y="4803995"/>
                </a:cubicBezTo>
                <a:cubicBezTo>
                  <a:pt x="1600177" y="5128809"/>
                  <a:pt x="1532998" y="5109763"/>
                  <a:pt x="1530921" y="5433885"/>
                </a:cubicBezTo>
                <a:cubicBezTo>
                  <a:pt x="1530574" y="5446697"/>
                  <a:pt x="1580786" y="5458125"/>
                  <a:pt x="1614721" y="5319957"/>
                </a:cubicBezTo>
                <a:cubicBezTo>
                  <a:pt x="1681208" y="5047432"/>
                  <a:pt x="1760507" y="4832736"/>
                  <a:pt x="1800676" y="4608691"/>
                </a:cubicBezTo>
                <a:cubicBezTo>
                  <a:pt x="1848463" y="4656824"/>
                  <a:pt x="1889671" y="4439704"/>
                  <a:pt x="1918759" y="4486799"/>
                </a:cubicBezTo>
                <a:cubicBezTo>
                  <a:pt x="1932264" y="4566098"/>
                  <a:pt x="1956503" y="4642626"/>
                  <a:pt x="2009139" y="4715000"/>
                </a:cubicBezTo>
                <a:cubicBezTo>
                  <a:pt x="2054502" y="4933851"/>
                  <a:pt x="2004983" y="5137812"/>
                  <a:pt x="2135532" y="5321689"/>
                </a:cubicBezTo>
                <a:cubicBezTo>
                  <a:pt x="2135532" y="5321689"/>
                  <a:pt x="2137610" y="5265245"/>
                  <a:pt x="2209291" y="5028733"/>
                </a:cubicBezTo>
                <a:cubicBezTo>
                  <a:pt x="2267120" y="4838277"/>
                  <a:pt x="2341225" y="4936622"/>
                  <a:pt x="2501208" y="4457711"/>
                </a:cubicBezTo>
                <a:cubicBezTo>
                  <a:pt x="2545186" y="4641934"/>
                  <a:pt x="2446495" y="4877753"/>
                  <a:pt x="2695127" y="4973674"/>
                </a:cubicBezTo>
                <a:cubicBezTo>
                  <a:pt x="2743260" y="4833775"/>
                  <a:pt x="2706208" y="4662365"/>
                  <a:pt x="2825329" y="4563328"/>
                </a:cubicBezTo>
                <a:cubicBezTo>
                  <a:pt x="2859958" y="4534586"/>
                  <a:pt x="2884890" y="4501689"/>
                  <a:pt x="2904628" y="4466368"/>
                </a:cubicBezTo>
                <a:cubicBezTo>
                  <a:pt x="2910515" y="4484375"/>
                  <a:pt x="2916749" y="4503074"/>
                  <a:pt x="2922635" y="4519696"/>
                </a:cubicBezTo>
                <a:cubicBezTo>
                  <a:pt x="2946529" y="4491647"/>
                  <a:pt x="3082618" y="3784882"/>
                  <a:pt x="3089544" y="3606545"/>
                </a:cubicBezTo>
                <a:cubicBezTo>
                  <a:pt x="3124172" y="3733285"/>
                  <a:pt x="3150490" y="3989882"/>
                  <a:pt x="3150490" y="3989882"/>
                </a:cubicBezTo>
                <a:cubicBezTo>
                  <a:pt x="3150490" y="3989882"/>
                  <a:pt x="3300085" y="3936900"/>
                  <a:pt x="3755448" y="1538193"/>
                </a:cubicBezTo>
                <a:cubicBezTo>
                  <a:pt x="3791461" y="1348775"/>
                  <a:pt x="3824704" y="697762"/>
                  <a:pt x="3850330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AD5705-B027-4C44-B38A-60296E29E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078991"/>
            <a:ext cx="5266944" cy="3136392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8BBAC4-9088-44CF-BA2D-B8DD24FB52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279392"/>
            <a:ext cx="5266944" cy="1500187"/>
          </a:xfrm>
        </p:spPr>
        <p:txBody>
          <a:bodyPr/>
          <a:lstStyle>
            <a:lvl1pPr marL="0" indent="0">
              <a:buNone/>
              <a:defRPr sz="240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FB3F-D2A6-4919-B57B-C08861D46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049E0-6BE5-43FA-A4D4-ACAFC871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8C28D-1479-4F15-B906-0AEBBCCA8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26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FD51F360-8860-4FB5-A0A5-773473DD8B39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77EC9-372A-4ECA-9088-780532AF0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82CE-1B27-414A-9B06-AA5D2DB683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397E60-5D92-4530-96D1-FC09AF3C2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9088" y="2011680"/>
            <a:ext cx="4937760" cy="4160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4240FE-0C6A-47E9-9B0A-7B3C6087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1AE1B-BB18-4C7E-AA77-3A4D401A5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FA7B1D-FEDD-4E29-A352-29E5F498B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544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 descr="Tag=AccentColor&#10;Flavor=Light&#10;Target=Fill">
            <a:extLst>
              <a:ext uri="{FF2B5EF4-FFF2-40B4-BE49-F238E27FC236}">
                <a16:creationId xmlns:a16="http://schemas.microsoft.com/office/drawing/2014/main" id="{527D753D-3426-457C-9082-B92894509EC0}"/>
              </a:ext>
            </a:extLst>
          </p:cNvPr>
          <p:cNvSpPr/>
          <p:nvPr/>
        </p:nvSpPr>
        <p:spPr>
          <a:xfrm flipH="1">
            <a:off x="1" y="315111"/>
            <a:ext cx="3021543" cy="1435442"/>
          </a:xfrm>
          <a:custGeom>
            <a:avLst/>
            <a:gdLst>
              <a:gd name="connsiteX0" fmla="*/ 3021543 w 3021543"/>
              <a:gd name="connsiteY0" fmla="*/ 0 h 1435442"/>
              <a:gd name="connsiteX1" fmla="*/ 2963800 w 3021543"/>
              <a:gd name="connsiteY1" fmla="*/ 7242 h 1435442"/>
              <a:gd name="connsiteX2" fmla="*/ 2793803 w 3021543"/>
              <a:gd name="connsiteY2" fmla="*/ 24082 h 1435442"/>
              <a:gd name="connsiteX3" fmla="*/ 2414348 w 3021543"/>
              <a:gd name="connsiteY3" fmla="*/ 29696 h 1435442"/>
              <a:gd name="connsiteX4" fmla="*/ 2091558 w 3021543"/>
              <a:gd name="connsiteY4" fmla="*/ 27450 h 1435442"/>
              <a:gd name="connsiteX5" fmla="*/ 1645319 w 3021543"/>
              <a:gd name="connsiteY5" fmla="*/ 28573 h 1435442"/>
              <a:gd name="connsiteX6" fmla="*/ 1243602 w 3021543"/>
              <a:gd name="connsiteY6" fmla="*/ 60008 h 1435442"/>
              <a:gd name="connsiteX7" fmla="*/ 753851 w 3021543"/>
              <a:gd name="connsiteY7" fmla="*/ 57763 h 1435442"/>
              <a:gd name="connsiteX8" fmla="*/ 465465 w 3021543"/>
              <a:gd name="connsiteY8" fmla="*/ 116142 h 1435442"/>
              <a:gd name="connsiteX9" fmla="*/ 546416 w 3021543"/>
              <a:gd name="connsiteY9" fmla="*/ 136351 h 1435442"/>
              <a:gd name="connsiteX10" fmla="*/ 689091 w 3021543"/>
              <a:gd name="connsiteY10" fmla="*/ 180136 h 1435442"/>
              <a:gd name="connsiteX11" fmla="*/ 704269 w 3021543"/>
              <a:gd name="connsiteY11" fmla="*/ 208203 h 1435442"/>
              <a:gd name="connsiteX12" fmla="*/ 683020 w 3021543"/>
              <a:gd name="connsiteY12" fmla="*/ 221675 h 1435442"/>
              <a:gd name="connsiteX13" fmla="*/ 621295 w 3021543"/>
              <a:gd name="connsiteY13" fmla="*/ 247496 h 1435442"/>
              <a:gd name="connsiteX14" fmla="*/ 848968 w 3021543"/>
              <a:gd name="connsiteY14" fmla="*/ 285668 h 1435442"/>
              <a:gd name="connsiteX15" fmla="*/ 768018 w 3021543"/>
              <a:gd name="connsiteY15" fmla="*/ 309244 h 1435442"/>
              <a:gd name="connsiteX16" fmla="*/ 684032 w 3021543"/>
              <a:gd name="connsiteY16" fmla="*/ 326085 h 1435442"/>
              <a:gd name="connsiteX17" fmla="*/ 592962 w 3021543"/>
              <a:gd name="connsiteY17" fmla="*/ 338434 h 1435442"/>
              <a:gd name="connsiteX18" fmla="*/ 509988 w 3021543"/>
              <a:gd name="connsiteY18" fmla="*/ 363133 h 1435442"/>
              <a:gd name="connsiteX19" fmla="*/ 726531 w 3021543"/>
              <a:gd name="connsiteY19" fmla="*/ 373237 h 1435442"/>
              <a:gd name="connsiteX20" fmla="*/ 614212 w 3021543"/>
              <a:gd name="connsiteY20" fmla="*/ 395691 h 1435442"/>
              <a:gd name="connsiteX21" fmla="*/ 522131 w 3021543"/>
              <a:gd name="connsiteY21" fmla="*/ 424881 h 1435442"/>
              <a:gd name="connsiteX22" fmla="*/ 457370 w 3021543"/>
              <a:gd name="connsiteY22" fmla="*/ 438353 h 1435442"/>
              <a:gd name="connsiteX23" fmla="*/ 388562 w 3021543"/>
              <a:gd name="connsiteY23" fmla="*/ 441721 h 1435442"/>
              <a:gd name="connsiteX24" fmla="*/ 372372 w 3021543"/>
              <a:gd name="connsiteY24" fmla="*/ 463052 h 1435442"/>
              <a:gd name="connsiteX25" fmla="*/ 393622 w 3021543"/>
              <a:gd name="connsiteY25" fmla="*/ 485506 h 1435442"/>
              <a:gd name="connsiteX26" fmla="*/ 426002 w 3021543"/>
              <a:gd name="connsiteY26" fmla="*/ 487751 h 1435442"/>
              <a:gd name="connsiteX27" fmla="*/ 619271 w 3021543"/>
              <a:gd name="connsiteY27" fmla="*/ 493365 h 1435442"/>
              <a:gd name="connsiteX28" fmla="*/ 0 w 3021543"/>
              <a:gd name="connsiteY28" fmla="*/ 542762 h 1435442"/>
              <a:gd name="connsiteX29" fmla="*/ 83986 w 3021543"/>
              <a:gd name="connsiteY29" fmla="*/ 573075 h 1435442"/>
              <a:gd name="connsiteX30" fmla="*/ 112319 w 3021543"/>
              <a:gd name="connsiteY30" fmla="*/ 656154 h 1435442"/>
              <a:gd name="connsiteX31" fmla="*/ 215531 w 3021543"/>
              <a:gd name="connsiteY31" fmla="*/ 703306 h 1435442"/>
              <a:gd name="connsiteX32" fmla="*/ 282315 w 3021543"/>
              <a:gd name="connsiteY32" fmla="*/ 720147 h 1435442"/>
              <a:gd name="connsiteX33" fmla="*/ 435109 w 3021543"/>
              <a:gd name="connsiteY33" fmla="*/ 744846 h 1435442"/>
              <a:gd name="connsiteX34" fmla="*/ 457370 w 3021543"/>
              <a:gd name="connsiteY34" fmla="*/ 785263 h 1435442"/>
              <a:gd name="connsiteX35" fmla="*/ 476596 w 3021543"/>
              <a:gd name="connsiteY35" fmla="*/ 830170 h 1435442"/>
              <a:gd name="connsiteX36" fmla="*/ 517071 w 3021543"/>
              <a:gd name="connsiteY36" fmla="*/ 859360 h 1435442"/>
              <a:gd name="connsiteX37" fmla="*/ 202377 w 3021543"/>
              <a:gd name="connsiteY37" fmla="*/ 854869 h 1435442"/>
              <a:gd name="connsiteX38" fmla="*/ 557546 w 3021543"/>
              <a:gd name="connsiteY38" fmla="*/ 949175 h 1435442"/>
              <a:gd name="connsiteX39" fmla="*/ 526178 w 3021543"/>
              <a:gd name="connsiteY39" fmla="*/ 986223 h 1435442"/>
              <a:gd name="connsiteX40" fmla="*/ 720459 w 3021543"/>
              <a:gd name="connsiteY40" fmla="*/ 1036744 h 1435442"/>
              <a:gd name="connsiteX41" fmla="*/ 616236 w 3021543"/>
              <a:gd name="connsiteY41" fmla="*/ 1042357 h 1435442"/>
              <a:gd name="connsiteX42" fmla="*/ 1222353 w 3021543"/>
              <a:gd name="connsiteY42" fmla="*/ 1253422 h 1435442"/>
              <a:gd name="connsiteX43" fmla="*/ 2087511 w 3021543"/>
              <a:gd name="connsiteY43" fmla="*/ 1406107 h 1435442"/>
              <a:gd name="connsiteX44" fmla="*/ 2425479 w 3021543"/>
              <a:gd name="connsiteY44" fmla="*/ 1435297 h 1435442"/>
              <a:gd name="connsiteX45" fmla="*/ 2809994 w 3021543"/>
              <a:gd name="connsiteY45" fmla="*/ 1426315 h 1435442"/>
              <a:gd name="connsiteX46" fmla="*/ 2953618 w 3021543"/>
              <a:gd name="connsiteY46" fmla="*/ 1417071 h 1435442"/>
              <a:gd name="connsiteX47" fmla="*/ 3021543 w 3021543"/>
              <a:gd name="connsiteY47" fmla="*/ 1407897 h 1435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21543" h="1435442">
                <a:moveTo>
                  <a:pt x="3021543" y="0"/>
                </a:moveTo>
                <a:lnTo>
                  <a:pt x="2963800" y="7242"/>
                </a:lnTo>
                <a:cubicBezTo>
                  <a:pt x="2907134" y="13978"/>
                  <a:pt x="2850469" y="22960"/>
                  <a:pt x="2793803" y="24082"/>
                </a:cubicBezTo>
                <a:cubicBezTo>
                  <a:pt x="2667318" y="27450"/>
                  <a:pt x="2539821" y="19592"/>
                  <a:pt x="2414348" y="29696"/>
                </a:cubicBezTo>
                <a:cubicBezTo>
                  <a:pt x="2307089" y="38677"/>
                  <a:pt x="2198818" y="28573"/>
                  <a:pt x="2091558" y="27450"/>
                </a:cubicBezTo>
                <a:cubicBezTo>
                  <a:pt x="1942812" y="26328"/>
                  <a:pt x="1793053" y="18469"/>
                  <a:pt x="1645319" y="28573"/>
                </a:cubicBezTo>
                <a:cubicBezTo>
                  <a:pt x="1510738" y="36432"/>
                  <a:pt x="1376158" y="38677"/>
                  <a:pt x="1243602" y="60008"/>
                </a:cubicBezTo>
                <a:cubicBezTo>
                  <a:pt x="1079677" y="71235"/>
                  <a:pt x="916765" y="64499"/>
                  <a:pt x="753851" y="57763"/>
                </a:cubicBezTo>
                <a:cubicBezTo>
                  <a:pt x="653675" y="53272"/>
                  <a:pt x="554511" y="38677"/>
                  <a:pt x="465465" y="116142"/>
                </a:cubicBezTo>
                <a:cubicBezTo>
                  <a:pt x="489751" y="134105"/>
                  <a:pt x="519095" y="130737"/>
                  <a:pt x="546416" y="136351"/>
                </a:cubicBezTo>
                <a:cubicBezTo>
                  <a:pt x="594986" y="147578"/>
                  <a:pt x="643557" y="158804"/>
                  <a:pt x="689091" y="180136"/>
                </a:cubicBezTo>
                <a:cubicBezTo>
                  <a:pt x="699210" y="184626"/>
                  <a:pt x="708317" y="193608"/>
                  <a:pt x="704269" y="208203"/>
                </a:cubicBezTo>
                <a:cubicBezTo>
                  <a:pt x="701234" y="219430"/>
                  <a:pt x="691115" y="219430"/>
                  <a:pt x="683020" y="221675"/>
                </a:cubicBezTo>
                <a:cubicBezTo>
                  <a:pt x="664806" y="228411"/>
                  <a:pt x="642545" y="223920"/>
                  <a:pt x="621295" y="247496"/>
                </a:cubicBezTo>
                <a:cubicBezTo>
                  <a:pt x="702245" y="259846"/>
                  <a:pt x="780160" y="236270"/>
                  <a:pt x="848968" y="285668"/>
                </a:cubicBezTo>
                <a:cubicBezTo>
                  <a:pt x="823671" y="310367"/>
                  <a:pt x="795339" y="304753"/>
                  <a:pt x="768018" y="309244"/>
                </a:cubicBezTo>
                <a:cubicBezTo>
                  <a:pt x="739685" y="313735"/>
                  <a:pt x="712365" y="321594"/>
                  <a:pt x="684032" y="326085"/>
                </a:cubicBezTo>
                <a:cubicBezTo>
                  <a:pt x="653675" y="331698"/>
                  <a:pt x="623319" y="332821"/>
                  <a:pt x="592962" y="338434"/>
                </a:cubicBezTo>
                <a:cubicBezTo>
                  <a:pt x="567666" y="342925"/>
                  <a:pt x="540345" y="335066"/>
                  <a:pt x="509988" y="363133"/>
                </a:cubicBezTo>
                <a:cubicBezTo>
                  <a:pt x="584867" y="383342"/>
                  <a:pt x="652663" y="353029"/>
                  <a:pt x="726531" y="373237"/>
                </a:cubicBezTo>
                <a:cubicBezTo>
                  <a:pt x="683020" y="391200"/>
                  <a:pt x="647604" y="385587"/>
                  <a:pt x="614212" y="395691"/>
                </a:cubicBezTo>
                <a:cubicBezTo>
                  <a:pt x="583855" y="405795"/>
                  <a:pt x="547428" y="394568"/>
                  <a:pt x="522131" y="424881"/>
                </a:cubicBezTo>
                <a:cubicBezTo>
                  <a:pt x="502905" y="448457"/>
                  <a:pt x="482668" y="451825"/>
                  <a:pt x="457370" y="438353"/>
                </a:cubicBezTo>
                <a:cubicBezTo>
                  <a:pt x="435109" y="426003"/>
                  <a:pt x="410824" y="429371"/>
                  <a:pt x="388562" y="441721"/>
                </a:cubicBezTo>
                <a:cubicBezTo>
                  <a:pt x="380468" y="446212"/>
                  <a:pt x="372372" y="451825"/>
                  <a:pt x="372372" y="463052"/>
                </a:cubicBezTo>
                <a:cubicBezTo>
                  <a:pt x="372372" y="478770"/>
                  <a:pt x="382491" y="483260"/>
                  <a:pt x="393622" y="485506"/>
                </a:cubicBezTo>
                <a:cubicBezTo>
                  <a:pt x="403741" y="487751"/>
                  <a:pt x="415883" y="489997"/>
                  <a:pt x="426002" y="487751"/>
                </a:cubicBezTo>
                <a:cubicBezTo>
                  <a:pt x="490762" y="475402"/>
                  <a:pt x="554511" y="495610"/>
                  <a:pt x="619271" y="493365"/>
                </a:cubicBezTo>
                <a:cubicBezTo>
                  <a:pt x="415883" y="541640"/>
                  <a:pt x="210471" y="525922"/>
                  <a:pt x="0" y="542762"/>
                </a:cubicBezTo>
                <a:cubicBezTo>
                  <a:pt x="27321" y="576443"/>
                  <a:pt x="62737" y="548376"/>
                  <a:pt x="83986" y="573075"/>
                </a:cubicBezTo>
                <a:cubicBezTo>
                  <a:pt x="63748" y="624719"/>
                  <a:pt x="71844" y="652785"/>
                  <a:pt x="112319" y="656154"/>
                </a:cubicBezTo>
                <a:cubicBezTo>
                  <a:pt x="151782" y="659522"/>
                  <a:pt x="194281" y="641559"/>
                  <a:pt x="215531" y="703306"/>
                </a:cubicBezTo>
                <a:cubicBezTo>
                  <a:pt x="221602" y="722392"/>
                  <a:pt x="259042" y="716779"/>
                  <a:pt x="282315" y="720147"/>
                </a:cubicBezTo>
                <a:cubicBezTo>
                  <a:pt x="332909" y="728005"/>
                  <a:pt x="386539" y="720147"/>
                  <a:pt x="435109" y="744846"/>
                </a:cubicBezTo>
                <a:cubicBezTo>
                  <a:pt x="454335" y="753827"/>
                  <a:pt x="467489" y="760563"/>
                  <a:pt x="457370" y="785263"/>
                </a:cubicBezTo>
                <a:cubicBezTo>
                  <a:pt x="447252" y="811084"/>
                  <a:pt x="460406" y="820066"/>
                  <a:pt x="476596" y="830170"/>
                </a:cubicBezTo>
                <a:cubicBezTo>
                  <a:pt x="488739" y="838028"/>
                  <a:pt x="506953" y="835783"/>
                  <a:pt x="517071" y="859360"/>
                </a:cubicBezTo>
                <a:cubicBezTo>
                  <a:pt x="410824" y="855992"/>
                  <a:pt x="307612" y="836906"/>
                  <a:pt x="202377" y="854869"/>
                </a:cubicBezTo>
                <a:cubicBezTo>
                  <a:pt x="317731" y="899776"/>
                  <a:pt x="444216" y="897531"/>
                  <a:pt x="557546" y="949175"/>
                </a:cubicBezTo>
                <a:cubicBezTo>
                  <a:pt x="553499" y="967137"/>
                  <a:pt x="527190" y="959278"/>
                  <a:pt x="526178" y="986223"/>
                </a:cubicBezTo>
                <a:cubicBezTo>
                  <a:pt x="585879" y="1014290"/>
                  <a:pt x="657723" y="995204"/>
                  <a:pt x="720459" y="1036744"/>
                </a:cubicBezTo>
                <a:cubicBezTo>
                  <a:pt x="684032" y="1055829"/>
                  <a:pt x="650640" y="1024394"/>
                  <a:pt x="616236" y="1042357"/>
                </a:cubicBezTo>
                <a:cubicBezTo>
                  <a:pt x="627367" y="1069302"/>
                  <a:pt x="1131283" y="1235459"/>
                  <a:pt x="1222353" y="1253422"/>
                </a:cubicBezTo>
                <a:cubicBezTo>
                  <a:pt x="1407527" y="1290470"/>
                  <a:pt x="1940788" y="1384776"/>
                  <a:pt x="2087511" y="1406107"/>
                </a:cubicBezTo>
                <a:cubicBezTo>
                  <a:pt x="2200841" y="1421824"/>
                  <a:pt x="2313160" y="1434174"/>
                  <a:pt x="2425479" y="1435297"/>
                </a:cubicBezTo>
                <a:cubicBezTo>
                  <a:pt x="2553988" y="1436419"/>
                  <a:pt x="2681485" y="1430806"/>
                  <a:pt x="2809994" y="1426315"/>
                </a:cubicBezTo>
                <a:cubicBezTo>
                  <a:pt x="2858058" y="1424631"/>
                  <a:pt x="2905933" y="1421684"/>
                  <a:pt x="2953618" y="1417071"/>
                </a:cubicBezTo>
                <a:lnTo>
                  <a:pt x="3021543" y="1407897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4D2B94-0682-4185-BCE3-89AF214A4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65C47E-B85E-4B3E-A669-DEEC7F5DF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24517F-FE8C-49AD-9A52-0F4301052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C73EC-7117-4DC2-9075-14102F2E2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19088" y="2011680"/>
            <a:ext cx="4937760" cy="950976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D9A323-865B-4177-8F98-9BA304E02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19088" y="3127248"/>
            <a:ext cx="4937760" cy="30632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4E5D6-7075-4584-BD43-D966F0B58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38B83D-8A05-4F3C-A409-1602C9630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AD250E7-8A73-449C-A140-A2A2582D7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358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 descr="Tag=AccentColor&#10;Flavor=Light&#10;Target=Fill">
            <a:extLst>
              <a:ext uri="{FF2B5EF4-FFF2-40B4-BE49-F238E27FC236}">
                <a16:creationId xmlns:a16="http://schemas.microsoft.com/office/drawing/2014/main" id="{AAFBE1F6-FC6D-4C3D-9AC3-97028E6F18C7}"/>
              </a:ext>
            </a:extLst>
          </p:cNvPr>
          <p:cNvSpPr/>
          <p:nvPr/>
        </p:nvSpPr>
        <p:spPr>
          <a:xfrm rot="10800000" flipV="1">
            <a:off x="1969639" y="181596"/>
            <a:ext cx="8252722" cy="6022258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2825A4-268B-4301-8432-F9E9B2661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784" y="1572768"/>
            <a:ext cx="6501384" cy="4096512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3410F-8A90-47F6-BD39-4AC0E4358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819A9-F8DE-4E5C-AFC3-E0105ACD8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25320-A12F-4F3E-8EC9-11292FF36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659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87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 descr="Mask ID=&#10;Mask position=bottom, center&#10;Mask family= brushstroke, landscape, wide">
            <a:extLst>
              <a:ext uri="{FF2B5EF4-FFF2-40B4-BE49-F238E27FC236}">
                <a16:creationId xmlns:a16="http://schemas.microsoft.com/office/drawing/2014/main" id="{736BF44D-E8DD-45FA-931D-CBCC67D57944}"/>
              </a:ext>
            </a:extLst>
          </p:cNvPr>
          <p:cNvSpPr/>
          <p:nvPr/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9756B-145D-4BA8-AA43-904C1E7CB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21DB60F-139E-4C44-89AF-3F8F5EC24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226C9-C193-4B47-9717-4BC86C909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995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 descr="Tag=AccentColor&#10;Flavor=Light&#10;Target=Fill">
            <a:extLst>
              <a:ext uri="{FF2B5EF4-FFF2-40B4-BE49-F238E27FC236}">
                <a16:creationId xmlns:a16="http://schemas.microsoft.com/office/drawing/2014/main" id="{76C5A8FA-6B61-4934-AF55-C595090CA5DC}"/>
              </a:ext>
            </a:extLst>
          </p:cNvPr>
          <p:cNvSpPr/>
          <p:nvPr/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6AD042-DE90-4088-8A07-B9A64C2CE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40080"/>
            <a:ext cx="3886200" cy="29535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FFC98-62A0-445A-BEDA-785BE925A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9168" y="640080"/>
            <a:ext cx="4489704" cy="5596128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4D7827-8489-4EE4-88EE-16685FE6DE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776472"/>
            <a:ext cx="3886200" cy="24688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33534F-EA91-4A50-B0F6-10D689E4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0F3F7-8B4B-4015-AA9C-109D05B2F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B6EE2-78A1-4D01-87BE-A1487FBD2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238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" descr="Tag=AccentColor&#10;Flavor=Light&#10;Target=Fill">
            <a:extLst>
              <a:ext uri="{FF2B5EF4-FFF2-40B4-BE49-F238E27FC236}">
                <a16:creationId xmlns:a16="http://schemas.microsoft.com/office/drawing/2014/main" id="{0EE21C0F-70D8-4F3C-9392-07559C90EE6E}"/>
              </a:ext>
            </a:extLst>
          </p:cNvPr>
          <p:cNvSpPr/>
          <p:nvPr/>
        </p:nvSpPr>
        <p:spPr>
          <a:xfrm rot="10800000" flipH="1" flipV="1">
            <a:off x="684965" y="1332237"/>
            <a:ext cx="5263732" cy="3841102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B1DFE-8154-440D-93CF-FEF7860E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9032" y="2523744"/>
            <a:ext cx="3831336" cy="1453896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D9D1F5-05CC-48F3-A314-315EF1703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11696" y="640079"/>
            <a:ext cx="4837176" cy="556869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807DE-1178-4BBB-89D8-9046239C2D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655064" y="4087368"/>
            <a:ext cx="3319272" cy="649224"/>
          </a:xfrm>
        </p:spPr>
        <p:txBody>
          <a:bodyPr>
            <a:noAutofit/>
          </a:bodyPr>
          <a:lstStyle>
            <a:lvl1pPr marL="0" indent="0" algn="ctr">
              <a:buNone/>
              <a:defRPr sz="2000" cap="all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48EA59-A1BC-48B7-9495-6D5C6035B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F85A72-B50F-440E-AAD3-53C099F6D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2D00B-4207-4720-8C68-605CAFDD5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629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C888B-58B8-4428-8B1D-4E26FC5DD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14F67B-D516-42FA-A2CA-2DCD37CFE8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BA5FF-4919-4FF8-9C04-06CE156B7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EDA970-128E-4150-8E5A-A1B056E83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C6CD1-EE5E-42EF-B76D-BB803BA6A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9438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0C2A1B-34CA-4877-9435-D77DF3257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255E5E-4A81-44CC-8D99-F56E625D4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EECF-A221-4ECC-AD9C-E197D516D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04E684-10F4-4CC3-A0B9-F03AA7BE37C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F41AE-0DDE-49ED-9F0C-E0E16F59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B47FB7-77F0-4C43-B81E-D04B31C9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04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615C6B-1C98-4B1C-AB4B-1E1898E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DFF97-B7FD-47F9-BC7F-DD4B4C5EA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831D22-079E-43E3-86A4-BA12DB888C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04E684-10F4-4CC3-A0B9-F03AA7BE37CF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4C30A2-140B-4A5D-BEEC-C1314AF1F3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1BA8F-7826-496D-91F8-B3ECDF34D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845F5A-061D-4825-9AE9-D7794091C6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94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2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7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FEC7823C-FDD6-429C-986C-063FDEBF9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9CF7FE1C-8BC5-4B0C-A2BC-93AB72C9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68100" y="-1"/>
            <a:ext cx="10423900" cy="5920155"/>
          </a:xfrm>
          <a:custGeom>
            <a:avLst/>
            <a:gdLst>
              <a:gd name="connsiteX0" fmla="*/ 10423900 w 10423900"/>
              <a:gd name="connsiteY0" fmla="*/ 0 h 5491534"/>
              <a:gd name="connsiteX1" fmla="*/ 3493157 w 10423900"/>
              <a:gd name="connsiteY1" fmla="*/ 0 h 5491534"/>
              <a:gd name="connsiteX2" fmla="*/ 3493018 w 10423900"/>
              <a:gd name="connsiteY2" fmla="*/ 31 h 5491534"/>
              <a:gd name="connsiteX3" fmla="*/ 3245493 w 10423900"/>
              <a:gd name="connsiteY3" fmla="*/ 104839 h 5491534"/>
              <a:gd name="connsiteX4" fmla="*/ 4434802 w 10423900"/>
              <a:gd name="connsiteY4" fmla="*/ 284558 h 5491534"/>
              <a:gd name="connsiteX5" fmla="*/ 4011937 w 10423900"/>
              <a:gd name="connsiteY5" fmla="*/ 395559 h 5491534"/>
              <a:gd name="connsiteX6" fmla="*/ 3573213 w 10423900"/>
              <a:gd name="connsiteY6" fmla="*/ 474847 h 5491534"/>
              <a:gd name="connsiteX7" fmla="*/ 3097489 w 10423900"/>
              <a:gd name="connsiteY7" fmla="*/ 532990 h 5491534"/>
              <a:gd name="connsiteX8" fmla="*/ 2664052 w 10423900"/>
              <a:gd name="connsiteY8" fmla="*/ 649279 h 5491534"/>
              <a:gd name="connsiteX9" fmla="*/ 3795218 w 10423900"/>
              <a:gd name="connsiteY9" fmla="*/ 696852 h 5491534"/>
              <a:gd name="connsiteX10" fmla="*/ 3208492 w 10423900"/>
              <a:gd name="connsiteY10" fmla="*/ 802568 h 5491534"/>
              <a:gd name="connsiteX11" fmla="*/ 2727483 w 10423900"/>
              <a:gd name="connsiteY11" fmla="*/ 939999 h 5491534"/>
              <a:gd name="connsiteX12" fmla="*/ 2389190 w 10423900"/>
              <a:gd name="connsiteY12" fmla="*/ 1003429 h 5491534"/>
              <a:gd name="connsiteX13" fmla="*/ 2029754 w 10423900"/>
              <a:gd name="connsiteY13" fmla="*/ 1019287 h 5491534"/>
              <a:gd name="connsiteX14" fmla="*/ 1945181 w 10423900"/>
              <a:gd name="connsiteY14" fmla="*/ 1119716 h 5491534"/>
              <a:gd name="connsiteX15" fmla="*/ 2056184 w 10423900"/>
              <a:gd name="connsiteY15" fmla="*/ 1225434 h 5491534"/>
              <a:gd name="connsiteX16" fmla="*/ 2225329 w 10423900"/>
              <a:gd name="connsiteY16" fmla="*/ 1236004 h 5491534"/>
              <a:gd name="connsiteX17" fmla="*/ 3234920 w 10423900"/>
              <a:gd name="connsiteY17" fmla="*/ 1262435 h 5491534"/>
              <a:gd name="connsiteX18" fmla="*/ 0 w 10423900"/>
              <a:gd name="connsiteY18" fmla="*/ 1495009 h 5491534"/>
              <a:gd name="connsiteX19" fmla="*/ 438724 w 10423900"/>
              <a:gd name="connsiteY19" fmla="*/ 1637728 h 5491534"/>
              <a:gd name="connsiteX20" fmla="*/ 586726 w 10423900"/>
              <a:gd name="connsiteY20" fmla="*/ 2028877 h 5491534"/>
              <a:gd name="connsiteX21" fmla="*/ 1125878 w 10423900"/>
              <a:gd name="connsiteY21" fmla="*/ 2250882 h 5491534"/>
              <a:gd name="connsiteX22" fmla="*/ 1474744 w 10423900"/>
              <a:gd name="connsiteY22" fmla="*/ 2330169 h 5491534"/>
              <a:gd name="connsiteX23" fmla="*/ 2272901 w 10423900"/>
              <a:gd name="connsiteY23" fmla="*/ 2446458 h 5491534"/>
              <a:gd name="connsiteX24" fmla="*/ 2389190 w 10423900"/>
              <a:gd name="connsiteY24" fmla="*/ 2636747 h 5491534"/>
              <a:gd name="connsiteX25" fmla="*/ 2489621 w 10423900"/>
              <a:gd name="connsiteY25" fmla="*/ 2848179 h 5491534"/>
              <a:gd name="connsiteX26" fmla="*/ 2701053 w 10423900"/>
              <a:gd name="connsiteY26" fmla="*/ 2985611 h 5491534"/>
              <a:gd name="connsiteX27" fmla="*/ 1057165 w 10423900"/>
              <a:gd name="connsiteY27" fmla="*/ 2964468 h 5491534"/>
              <a:gd name="connsiteX28" fmla="*/ 2912485 w 10423900"/>
              <a:gd name="connsiteY28" fmla="*/ 3408477 h 5491534"/>
              <a:gd name="connsiteX29" fmla="*/ 2748626 w 10423900"/>
              <a:gd name="connsiteY29" fmla="*/ 3582909 h 5491534"/>
              <a:gd name="connsiteX30" fmla="*/ 3763503 w 10423900"/>
              <a:gd name="connsiteY30" fmla="*/ 3820771 h 5491534"/>
              <a:gd name="connsiteX31" fmla="*/ 3219063 w 10423900"/>
              <a:gd name="connsiteY31" fmla="*/ 3847199 h 5491534"/>
              <a:gd name="connsiteX32" fmla="*/ 6385269 w 10423900"/>
              <a:gd name="connsiteY32" fmla="*/ 4840933 h 5491534"/>
              <a:gd name="connsiteX33" fmla="*/ 10285854 w 10423900"/>
              <a:gd name="connsiteY33" fmla="*/ 5471118 h 5491534"/>
              <a:gd name="connsiteX34" fmla="*/ 10423900 w 10423900"/>
              <a:gd name="connsiteY34" fmla="*/ 5491534 h 5491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0423900" h="5491534">
                <a:moveTo>
                  <a:pt x="10423900" y="0"/>
                </a:moveTo>
                <a:lnTo>
                  <a:pt x="3493157" y="0"/>
                </a:lnTo>
                <a:lnTo>
                  <a:pt x="3493018" y="31"/>
                </a:lnTo>
                <a:cubicBezTo>
                  <a:pt x="3414969" y="12668"/>
                  <a:pt x="3328744" y="21588"/>
                  <a:pt x="3245493" y="104839"/>
                </a:cubicBezTo>
                <a:cubicBezTo>
                  <a:pt x="3668357" y="162984"/>
                  <a:pt x="4075366" y="51981"/>
                  <a:pt x="4434802" y="284558"/>
                </a:cubicBezTo>
                <a:cubicBezTo>
                  <a:pt x="4302656" y="400846"/>
                  <a:pt x="4154654" y="374416"/>
                  <a:pt x="4011937" y="395559"/>
                </a:cubicBezTo>
                <a:cubicBezTo>
                  <a:pt x="3863934" y="416704"/>
                  <a:pt x="3721217" y="453704"/>
                  <a:pt x="3573213" y="474847"/>
                </a:cubicBezTo>
                <a:cubicBezTo>
                  <a:pt x="3414639" y="501275"/>
                  <a:pt x="3256063" y="506562"/>
                  <a:pt x="3097489" y="532990"/>
                </a:cubicBezTo>
                <a:cubicBezTo>
                  <a:pt x="2965345" y="554135"/>
                  <a:pt x="2822627" y="517133"/>
                  <a:pt x="2664052" y="649279"/>
                </a:cubicBezTo>
                <a:cubicBezTo>
                  <a:pt x="3055203" y="744424"/>
                  <a:pt x="3409352" y="601706"/>
                  <a:pt x="3795218" y="696852"/>
                </a:cubicBezTo>
                <a:cubicBezTo>
                  <a:pt x="3567928" y="781425"/>
                  <a:pt x="3382924" y="754995"/>
                  <a:pt x="3208492" y="802568"/>
                </a:cubicBezTo>
                <a:cubicBezTo>
                  <a:pt x="3049916" y="850140"/>
                  <a:pt x="2859627" y="797282"/>
                  <a:pt x="2727483" y="939999"/>
                </a:cubicBezTo>
                <a:cubicBezTo>
                  <a:pt x="2627052" y="1051000"/>
                  <a:pt x="2521336" y="1066858"/>
                  <a:pt x="2389190" y="1003429"/>
                </a:cubicBezTo>
                <a:cubicBezTo>
                  <a:pt x="2272901" y="945284"/>
                  <a:pt x="2146043" y="961142"/>
                  <a:pt x="2029754" y="1019287"/>
                </a:cubicBezTo>
                <a:cubicBezTo>
                  <a:pt x="1987468" y="1040430"/>
                  <a:pt x="1945181" y="1066858"/>
                  <a:pt x="1945181" y="1119716"/>
                </a:cubicBezTo>
                <a:cubicBezTo>
                  <a:pt x="1945181" y="1193719"/>
                  <a:pt x="1998039" y="1214862"/>
                  <a:pt x="2056184" y="1225434"/>
                </a:cubicBezTo>
                <a:cubicBezTo>
                  <a:pt x="2109042" y="1236004"/>
                  <a:pt x="2172471" y="1246577"/>
                  <a:pt x="2225329" y="1236004"/>
                </a:cubicBezTo>
                <a:cubicBezTo>
                  <a:pt x="2563622" y="1177861"/>
                  <a:pt x="2896629" y="1273005"/>
                  <a:pt x="3234920" y="1262435"/>
                </a:cubicBezTo>
                <a:cubicBezTo>
                  <a:pt x="2172471" y="1489724"/>
                  <a:pt x="1099450" y="1415723"/>
                  <a:pt x="0" y="1495009"/>
                </a:cubicBezTo>
                <a:cubicBezTo>
                  <a:pt x="142717" y="1653583"/>
                  <a:pt x="327721" y="1521439"/>
                  <a:pt x="438724" y="1637728"/>
                </a:cubicBezTo>
                <a:cubicBezTo>
                  <a:pt x="333006" y="1880875"/>
                  <a:pt x="375293" y="2013020"/>
                  <a:pt x="586726" y="2028877"/>
                </a:cubicBezTo>
                <a:cubicBezTo>
                  <a:pt x="792873" y="2044734"/>
                  <a:pt x="1014877" y="1960161"/>
                  <a:pt x="1125878" y="2250882"/>
                </a:cubicBezTo>
                <a:cubicBezTo>
                  <a:pt x="1157593" y="2340740"/>
                  <a:pt x="1353170" y="2314312"/>
                  <a:pt x="1474744" y="2330169"/>
                </a:cubicBezTo>
                <a:cubicBezTo>
                  <a:pt x="1739034" y="2367170"/>
                  <a:pt x="2019183" y="2330169"/>
                  <a:pt x="2272901" y="2446458"/>
                </a:cubicBezTo>
                <a:cubicBezTo>
                  <a:pt x="2373332" y="2488744"/>
                  <a:pt x="2442048" y="2520459"/>
                  <a:pt x="2389190" y="2636747"/>
                </a:cubicBezTo>
                <a:cubicBezTo>
                  <a:pt x="2336332" y="2758321"/>
                  <a:pt x="2405048" y="2800607"/>
                  <a:pt x="2489621" y="2848179"/>
                </a:cubicBezTo>
                <a:cubicBezTo>
                  <a:pt x="2553051" y="2885180"/>
                  <a:pt x="2648195" y="2874609"/>
                  <a:pt x="2701053" y="2985611"/>
                </a:cubicBezTo>
                <a:cubicBezTo>
                  <a:pt x="2146043" y="2969753"/>
                  <a:pt x="1606888" y="2879895"/>
                  <a:pt x="1057165" y="2964468"/>
                </a:cubicBezTo>
                <a:cubicBezTo>
                  <a:pt x="1659748" y="3175900"/>
                  <a:pt x="2320474" y="3165328"/>
                  <a:pt x="2912485" y="3408477"/>
                </a:cubicBezTo>
                <a:cubicBezTo>
                  <a:pt x="2891342" y="3493050"/>
                  <a:pt x="2753911" y="3456048"/>
                  <a:pt x="2748626" y="3582909"/>
                </a:cubicBezTo>
                <a:cubicBezTo>
                  <a:pt x="3060489" y="3715055"/>
                  <a:pt x="3435782" y="3625195"/>
                  <a:pt x="3763503" y="3820771"/>
                </a:cubicBezTo>
                <a:cubicBezTo>
                  <a:pt x="3573213" y="3910629"/>
                  <a:pt x="3398782" y="3762626"/>
                  <a:pt x="3219063" y="3847199"/>
                </a:cubicBezTo>
                <a:cubicBezTo>
                  <a:pt x="3277208" y="3974060"/>
                  <a:pt x="5909545" y="4756360"/>
                  <a:pt x="6385269" y="4840933"/>
                </a:cubicBezTo>
                <a:cubicBezTo>
                  <a:pt x="7171204" y="4982659"/>
                  <a:pt x="9157515" y="5302348"/>
                  <a:pt x="10285854" y="5471118"/>
                </a:cubicBezTo>
                <a:lnTo>
                  <a:pt x="10423900" y="5491534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B0651F5E-0457-4065-ACB2-8B81590C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050098" flipH="1" flipV="1">
            <a:off x="-160709" y="3977842"/>
            <a:ext cx="7507400" cy="3166385"/>
          </a:xfrm>
          <a:custGeom>
            <a:avLst/>
            <a:gdLst>
              <a:gd name="connsiteX0" fmla="*/ 5497485 w 7507400"/>
              <a:gd name="connsiteY0" fmla="*/ 2912009 h 3166385"/>
              <a:gd name="connsiteX1" fmla="*/ 7034681 w 7507400"/>
              <a:gd name="connsiteY1" fmla="*/ 3151263 h 3166385"/>
              <a:gd name="connsiteX2" fmla="*/ 7137723 w 7507400"/>
              <a:gd name="connsiteY2" fmla="*/ 3166385 h 3166385"/>
              <a:gd name="connsiteX3" fmla="*/ 7507400 w 7507400"/>
              <a:gd name="connsiteY3" fmla="*/ 875071 h 3166385"/>
              <a:gd name="connsiteX4" fmla="*/ 2083578 w 7507400"/>
              <a:gd name="connsiteY4" fmla="*/ 0 h 3166385"/>
              <a:gd name="connsiteX5" fmla="*/ 2023081 w 7507400"/>
              <a:gd name="connsiteY5" fmla="*/ 5468 h 3166385"/>
              <a:gd name="connsiteX6" fmla="*/ 1865374 w 7507400"/>
              <a:gd name="connsiteY6" fmla="*/ 76313 h 3166385"/>
              <a:gd name="connsiteX7" fmla="*/ 1634010 w 7507400"/>
              <a:gd name="connsiteY7" fmla="*/ 119359 h 3166385"/>
              <a:gd name="connsiteX8" fmla="*/ 1388186 w 7507400"/>
              <a:gd name="connsiteY8" fmla="*/ 130121 h 3166385"/>
              <a:gd name="connsiteX9" fmla="*/ 1330344 w 7507400"/>
              <a:gd name="connsiteY9" fmla="*/ 198275 h 3166385"/>
              <a:gd name="connsiteX10" fmla="*/ 1406262 w 7507400"/>
              <a:gd name="connsiteY10" fmla="*/ 270018 h 3166385"/>
              <a:gd name="connsiteX11" fmla="*/ 1521942 w 7507400"/>
              <a:gd name="connsiteY11" fmla="*/ 277191 h 3166385"/>
              <a:gd name="connsiteX12" fmla="*/ 2212420 w 7507400"/>
              <a:gd name="connsiteY12" fmla="*/ 295128 h 3166385"/>
              <a:gd name="connsiteX13" fmla="*/ 0 w 7507400"/>
              <a:gd name="connsiteY13" fmla="*/ 452960 h 3166385"/>
              <a:gd name="connsiteX14" fmla="*/ 300051 w 7507400"/>
              <a:gd name="connsiteY14" fmla="*/ 549813 h 3166385"/>
              <a:gd name="connsiteX15" fmla="*/ 401272 w 7507400"/>
              <a:gd name="connsiteY15" fmla="*/ 815258 h 3166385"/>
              <a:gd name="connsiteX16" fmla="*/ 770008 w 7507400"/>
              <a:gd name="connsiteY16" fmla="*/ 965917 h 3166385"/>
              <a:gd name="connsiteX17" fmla="*/ 1008605 w 7507400"/>
              <a:gd name="connsiteY17" fmla="*/ 1019724 h 3166385"/>
              <a:gd name="connsiteX18" fmla="*/ 1554478 w 7507400"/>
              <a:gd name="connsiteY18" fmla="*/ 1098641 h 3166385"/>
              <a:gd name="connsiteX19" fmla="*/ 1634010 w 7507400"/>
              <a:gd name="connsiteY19" fmla="*/ 1227777 h 3166385"/>
              <a:gd name="connsiteX20" fmla="*/ 1702696 w 7507400"/>
              <a:gd name="connsiteY20" fmla="*/ 1371261 h 3166385"/>
              <a:gd name="connsiteX21" fmla="*/ 1847299 w 7507400"/>
              <a:gd name="connsiteY21" fmla="*/ 1464526 h 3166385"/>
              <a:gd name="connsiteX22" fmla="*/ 723015 w 7507400"/>
              <a:gd name="connsiteY22" fmla="*/ 1450177 h 3166385"/>
              <a:gd name="connsiteX23" fmla="*/ 1991901 w 7507400"/>
              <a:gd name="connsiteY23" fmla="*/ 1751495 h 3166385"/>
              <a:gd name="connsiteX24" fmla="*/ 1879835 w 7507400"/>
              <a:gd name="connsiteY24" fmla="*/ 1869870 h 3166385"/>
              <a:gd name="connsiteX25" fmla="*/ 2573927 w 7507400"/>
              <a:gd name="connsiteY25" fmla="*/ 2031290 h 3166385"/>
              <a:gd name="connsiteX26" fmla="*/ 2201575 w 7507400"/>
              <a:gd name="connsiteY26" fmla="*/ 2049225 h 3166385"/>
              <a:gd name="connsiteX27" fmla="*/ 4367000 w 7507400"/>
              <a:gd name="connsiteY27" fmla="*/ 2723602 h 3166385"/>
              <a:gd name="connsiteX28" fmla="*/ 5497485 w 7507400"/>
              <a:gd name="connsiteY28" fmla="*/ 2912009 h 316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7507400" h="3166385">
                <a:moveTo>
                  <a:pt x="5497485" y="2912009"/>
                </a:moveTo>
                <a:cubicBezTo>
                  <a:pt x="6033497" y="2998226"/>
                  <a:pt x="6619155" y="3089592"/>
                  <a:pt x="7034681" y="3151263"/>
                </a:cubicBezTo>
                <a:lnTo>
                  <a:pt x="7137723" y="3166385"/>
                </a:lnTo>
                <a:lnTo>
                  <a:pt x="7507400" y="875071"/>
                </a:lnTo>
                <a:lnTo>
                  <a:pt x="2083578" y="0"/>
                </a:lnTo>
                <a:lnTo>
                  <a:pt x="2023081" y="5468"/>
                </a:lnTo>
                <a:cubicBezTo>
                  <a:pt x="1965692" y="12642"/>
                  <a:pt x="1910562" y="27887"/>
                  <a:pt x="1865374" y="76313"/>
                </a:cubicBezTo>
                <a:cubicBezTo>
                  <a:pt x="1796688" y="151642"/>
                  <a:pt x="1724387" y="162404"/>
                  <a:pt x="1634010" y="119359"/>
                </a:cubicBezTo>
                <a:cubicBezTo>
                  <a:pt x="1554478" y="79900"/>
                  <a:pt x="1467718" y="90662"/>
                  <a:pt x="1388186" y="130121"/>
                </a:cubicBezTo>
                <a:cubicBezTo>
                  <a:pt x="1359266" y="144469"/>
                  <a:pt x="1330344" y="162404"/>
                  <a:pt x="1330344" y="198275"/>
                </a:cubicBezTo>
                <a:cubicBezTo>
                  <a:pt x="1330344" y="248495"/>
                  <a:pt x="1366496" y="262843"/>
                  <a:pt x="1406262" y="270018"/>
                </a:cubicBezTo>
                <a:cubicBezTo>
                  <a:pt x="1442412" y="277191"/>
                  <a:pt x="1485792" y="284366"/>
                  <a:pt x="1521942" y="277191"/>
                </a:cubicBezTo>
                <a:cubicBezTo>
                  <a:pt x="1753307" y="237734"/>
                  <a:pt x="1981057" y="302301"/>
                  <a:pt x="2212420" y="295128"/>
                </a:cubicBezTo>
                <a:cubicBezTo>
                  <a:pt x="1485792" y="449373"/>
                  <a:pt x="751934" y="399154"/>
                  <a:pt x="0" y="452960"/>
                </a:cubicBezTo>
                <a:cubicBezTo>
                  <a:pt x="97608" y="560573"/>
                  <a:pt x="224135" y="470896"/>
                  <a:pt x="300051" y="549813"/>
                </a:cubicBezTo>
                <a:cubicBezTo>
                  <a:pt x="227750" y="714820"/>
                  <a:pt x="256671" y="804497"/>
                  <a:pt x="401272" y="815258"/>
                </a:cubicBezTo>
                <a:cubicBezTo>
                  <a:pt x="542261" y="826019"/>
                  <a:pt x="694093" y="768625"/>
                  <a:pt x="770008" y="965917"/>
                </a:cubicBezTo>
                <a:cubicBezTo>
                  <a:pt x="791699" y="1026898"/>
                  <a:pt x="925458" y="1008963"/>
                  <a:pt x="1008605" y="1019724"/>
                </a:cubicBezTo>
                <a:cubicBezTo>
                  <a:pt x="1189357" y="1044833"/>
                  <a:pt x="1380957" y="1019724"/>
                  <a:pt x="1554478" y="1098641"/>
                </a:cubicBezTo>
                <a:cubicBezTo>
                  <a:pt x="1623165" y="1127337"/>
                  <a:pt x="1670160" y="1148860"/>
                  <a:pt x="1634010" y="1227777"/>
                </a:cubicBezTo>
                <a:cubicBezTo>
                  <a:pt x="1597859" y="1310280"/>
                  <a:pt x="1644855" y="1338976"/>
                  <a:pt x="1702696" y="1371261"/>
                </a:cubicBezTo>
                <a:cubicBezTo>
                  <a:pt x="1746077" y="1396370"/>
                  <a:pt x="1811148" y="1389197"/>
                  <a:pt x="1847299" y="1464526"/>
                </a:cubicBezTo>
                <a:cubicBezTo>
                  <a:pt x="1467717" y="1453764"/>
                  <a:pt x="1098981" y="1392783"/>
                  <a:pt x="723015" y="1450177"/>
                </a:cubicBezTo>
                <a:cubicBezTo>
                  <a:pt x="1135131" y="1593662"/>
                  <a:pt x="1587014" y="1586487"/>
                  <a:pt x="1991901" y="1751495"/>
                </a:cubicBezTo>
                <a:cubicBezTo>
                  <a:pt x="1977441" y="1808889"/>
                  <a:pt x="1883449" y="1783778"/>
                  <a:pt x="1879835" y="1869870"/>
                </a:cubicBezTo>
                <a:cubicBezTo>
                  <a:pt x="2093123" y="1959548"/>
                  <a:pt x="2349794" y="1898566"/>
                  <a:pt x="2573927" y="2031290"/>
                </a:cubicBezTo>
                <a:cubicBezTo>
                  <a:pt x="2443785" y="2092271"/>
                  <a:pt x="2324488" y="1991831"/>
                  <a:pt x="2201575" y="2049225"/>
                </a:cubicBezTo>
                <a:cubicBezTo>
                  <a:pt x="2241342" y="2135316"/>
                  <a:pt x="4041644" y="2666208"/>
                  <a:pt x="4367000" y="2723602"/>
                </a:cubicBezTo>
                <a:cubicBezTo>
                  <a:pt x="4615085" y="2767993"/>
                  <a:pt x="5038048" y="2838109"/>
                  <a:pt x="5497485" y="2912009"/>
                </a:cubicBezTo>
                <a:close/>
              </a:path>
            </a:pathLst>
          </a:custGeom>
          <a:solidFill>
            <a:schemeClr val="accent1">
              <a:alpha val="2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779A92-E1FD-336F-4C7D-6D78603C86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51094" y="1058780"/>
            <a:ext cx="5602705" cy="3092116"/>
          </a:xfrm>
        </p:spPr>
        <p:txBody>
          <a:bodyPr anchor="ctr">
            <a:normAutofit/>
          </a:bodyPr>
          <a:lstStyle/>
          <a:p>
            <a:r>
              <a:rPr lang="en-US" sz="5600" dirty="0"/>
              <a:t>HTTP SSE VS </a:t>
            </a:r>
            <a:r>
              <a:rPr lang="en-US" sz="5600"/>
              <a:t>SignalR</a:t>
            </a:r>
            <a:r>
              <a:rPr lang="en-US" sz="5600" dirty="0"/>
              <a:t> </a:t>
            </a:r>
            <a:r>
              <a:rPr lang="en-US" sz="5600"/>
              <a:t>Websocket</a:t>
            </a:r>
            <a:r>
              <a:rPr lang="en-US" sz="5600" dirty="0"/>
              <a:t> SSE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5F110A-98AF-E63D-17C0-FB1919CEE5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041616"/>
            <a:ext cx="3781926" cy="1246472"/>
          </a:xfrm>
        </p:spPr>
        <p:txBody>
          <a:bodyPr anchor="ctr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388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F36526D-0F1F-46DD-8DDC-385EF7FFF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926ABA4-C8CE-4D75-AC96-BAC602AFF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482"/>
            <a:ext cx="5463940" cy="6861482"/>
          </a:xfrm>
          <a:custGeom>
            <a:avLst/>
            <a:gdLst>
              <a:gd name="connsiteX0" fmla="*/ 5463940 w 5463940"/>
              <a:gd name="connsiteY0" fmla="*/ 0 h 6861482"/>
              <a:gd name="connsiteX1" fmla="*/ 792388 w 5463940"/>
              <a:gd name="connsiteY1" fmla="*/ 0 h 6861482"/>
              <a:gd name="connsiteX2" fmla="*/ 807288 w 5463940"/>
              <a:gd name="connsiteY2" fmla="*/ 23688 h 6861482"/>
              <a:gd name="connsiteX3" fmla="*/ 847167 w 5463940"/>
              <a:gd name="connsiteY3" fmla="*/ 52392 h 6861482"/>
              <a:gd name="connsiteX4" fmla="*/ 861906 w 5463940"/>
              <a:gd name="connsiteY4" fmla="*/ 104693 h 6861482"/>
              <a:gd name="connsiteX5" fmla="*/ 891809 w 5463940"/>
              <a:gd name="connsiteY5" fmla="*/ 314763 h 6861482"/>
              <a:gd name="connsiteX6" fmla="*/ 883105 w 5463940"/>
              <a:gd name="connsiteY6" fmla="*/ 361124 h 6861482"/>
              <a:gd name="connsiteX7" fmla="*/ 839062 w 5463940"/>
              <a:gd name="connsiteY7" fmla="*/ 423850 h 6861482"/>
              <a:gd name="connsiteX8" fmla="*/ 804620 w 5463940"/>
              <a:gd name="connsiteY8" fmla="*/ 560313 h 6861482"/>
              <a:gd name="connsiteX9" fmla="*/ 736357 w 5463940"/>
              <a:gd name="connsiteY9" fmla="*/ 760897 h 6861482"/>
              <a:gd name="connsiteX10" fmla="*/ 701931 w 5463940"/>
              <a:gd name="connsiteY10" fmla="*/ 821285 h 6861482"/>
              <a:gd name="connsiteX11" fmla="*/ 730099 w 5463940"/>
              <a:gd name="connsiteY11" fmla="*/ 854014 h 6861482"/>
              <a:gd name="connsiteX12" fmla="*/ 828340 w 5463940"/>
              <a:gd name="connsiteY12" fmla="*/ 1080052 h 6861482"/>
              <a:gd name="connsiteX13" fmla="*/ 700490 w 5463940"/>
              <a:gd name="connsiteY13" fmla="*/ 1372761 h 6861482"/>
              <a:gd name="connsiteX14" fmla="*/ 632708 w 5463940"/>
              <a:gd name="connsiteY14" fmla="*/ 1466109 h 6861482"/>
              <a:gd name="connsiteX15" fmla="*/ 768641 w 5463940"/>
              <a:gd name="connsiteY15" fmla="*/ 1459414 h 6861482"/>
              <a:gd name="connsiteX16" fmla="*/ 819196 w 5463940"/>
              <a:gd name="connsiteY16" fmla="*/ 1556554 h 6861482"/>
              <a:gd name="connsiteX17" fmla="*/ 841602 w 5463940"/>
              <a:gd name="connsiteY17" fmla="*/ 1606217 h 6861482"/>
              <a:gd name="connsiteX18" fmla="*/ 979741 w 5463940"/>
              <a:gd name="connsiteY18" fmla="*/ 1914129 h 6861482"/>
              <a:gd name="connsiteX19" fmla="*/ 961586 w 5463940"/>
              <a:gd name="connsiteY19" fmla="*/ 2014028 h 6861482"/>
              <a:gd name="connsiteX20" fmla="*/ 763580 w 5463940"/>
              <a:gd name="connsiteY20" fmla="*/ 2524080 h 6861482"/>
              <a:gd name="connsiteX21" fmla="*/ 993601 w 5463940"/>
              <a:gd name="connsiteY21" fmla="*/ 2596949 h 6861482"/>
              <a:gd name="connsiteX22" fmla="*/ 1013917 w 5463940"/>
              <a:gd name="connsiteY22" fmla="*/ 2810127 h 6861482"/>
              <a:gd name="connsiteX23" fmla="*/ 1136989 w 5463940"/>
              <a:gd name="connsiteY23" fmla="*/ 3024678 h 6861482"/>
              <a:gd name="connsiteX24" fmla="*/ 1259967 w 5463940"/>
              <a:gd name="connsiteY24" fmla="*/ 3181568 h 6861482"/>
              <a:gd name="connsiteX25" fmla="*/ 1265794 w 5463940"/>
              <a:gd name="connsiteY25" fmla="*/ 3198166 h 6861482"/>
              <a:gd name="connsiteX26" fmla="*/ 1265717 w 5463940"/>
              <a:gd name="connsiteY26" fmla="*/ 3204655 h 6861482"/>
              <a:gd name="connsiteX27" fmla="*/ 1288242 w 5463940"/>
              <a:gd name="connsiteY27" fmla="*/ 3274732 h 6861482"/>
              <a:gd name="connsiteX28" fmla="*/ 1291297 w 5463940"/>
              <a:gd name="connsiteY28" fmla="*/ 3279721 h 6861482"/>
              <a:gd name="connsiteX29" fmla="*/ 1314272 w 5463940"/>
              <a:gd name="connsiteY29" fmla="*/ 3363918 h 6861482"/>
              <a:gd name="connsiteX30" fmla="*/ 1319860 w 5463940"/>
              <a:gd name="connsiteY30" fmla="*/ 3393684 h 6861482"/>
              <a:gd name="connsiteX31" fmla="*/ 1316519 w 5463940"/>
              <a:gd name="connsiteY31" fmla="*/ 3405686 h 6861482"/>
              <a:gd name="connsiteX32" fmla="*/ 1288529 w 5463940"/>
              <a:gd name="connsiteY32" fmla="*/ 3445525 h 6861482"/>
              <a:gd name="connsiteX33" fmla="*/ 1242782 w 5463940"/>
              <a:gd name="connsiteY33" fmla="*/ 3705028 h 6861482"/>
              <a:gd name="connsiteX34" fmla="*/ 1286485 w 5463940"/>
              <a:gd name="connsiteY34" fmla="*/ 3747325 h 6861482"/>
              <a:gd name="connsiteX35" fmla="*/ 1292276 w 5463940"/>
              <a:gd name="connsiteY35" fmla="*/ 3757935 h 6861482"/>
              <a:gd name="connsiteX36" fmla="*/ 1295640 w 5463940"/>
              <a:gd name="connsiteY36" fmla="*/ 3771718 h 6861482"/>
              <a:gd name="connsiteX37" fmla="*/ 1297165 w 5463940"/>
              <a:gd name="connsiteY37" fmla="*/ 3800021 h 6861482"/>
              <a:gd name="connsiteX38" fmla="*/ 1175354 w 5463940"/>
              <a:gd name="connsiteY38" fmla="*/ 3860429 h 6861482"/>
              <a:gd name="connsiteX39" fmla="*/ 1307283 w 5463940"/>
              <a:gd name="connsiteY39" fmla="*/ 4017890 h 6861482"/>
              <a:gd name="connsiteX40" fmla="*/ 1296662 w 5463940"/>
              <a:gd name="connsiteY40" fmla="*/ 4042035 h 6861482"/>
              <a:gd name="connsiteX41" fmla="*/ 1272882 w 5463940"/>
              <a:gd name="connsiteY41" fmla="*/ 4153970 h 6861482"/>
              <a:gd name="connsiteX42" fmla="*/ 1262688 w 5463940"/>
              <a:gd name="connsiteY42" fmla="*/ 4216187 h 6861482"/>
              <a:gd name="connsiteX43" fmla="*/ 1264417 w 5463940"/>
              <a:gd name="connsiteY43" fmla="*/ 4216187 h 6861482"/>
              <a:gd name="connsiteX44" fmla="*/ 1262699 w 5463940"/>
              <a:gd name="connsiteY44" fmla="*/ 4228245 h 6861482"/>
              <a:gd name="connsiteX45" fmla="*/ 1261091 w 5463940"/>
              <a:gd name="connsiteY45" fmla="*/ 4239616 h 6861482"/>
              <a:gd name="connsiteX46" fmla="*/ 1260815 w 5463940"/>
              <a:gd name="connsiteY46" fmla="*/ 4241609 h 6861482"/>
              <a:gd name="connsiteX47" fmla="*/ 1260967 w 5463940"/>
              <a:gd name="connsiteY47" fmla="*/ 4240495 h 6861482"/>
              <a:gd name="connsiteX48" fmla="*/ 1261091 w 5463940"/>
              <a:gd name="connsiteY48" fmla="*/ 4239616 h 6861482"/>
              <a:gd name="connsiteX49" fmla="*/ 1261469 w 5463940"/>
              <a:gd name="connsiteY49" fmla="*/ 4236887 h 6861482"/>
              <a:gd name="connsiteX50" fmla="*/ 1256626 w 5463940"/>
              <a:gd name="connsiteY50" fmla="*/ 4265601 h 6861482"/>
              <a:gd name="connsiteX51" fmla="*/ 1248755 w 5463940"/>
              <a:gd name="connsiteY51" fmla="*/ 4319440 h 6861482"/>
              <a:gd name="connsiteX52" fmla="*/ 1247265 w 5463940"/>
              <a:gd name="connsiteY52" fmla="*/ 4327380 h 6861482"/>
              <a:gd name="connsiteX53" fmla="*/ 1237396 w 5463940"/>
              <a:gd name="connsiteY53" fmla="*/ 4327380 h 6861482"/>
              <a:gd name="connsiteX54" fmla="*/ 1217455 w 5463940"/>
              <a:gd name="connsiteY54" fmla="*/ 4371063 h 6861482"/>
              <a:gd name="connsiteX55" fmla="*/ 1141096 w 5463940"/>
              <a:gd name="connsiteY55" fmla="*/ 4440302 h 6861482"/>
              <a:gd name="connsiteX56" fmla="*/ 987553 w 5463940"/>
              <a:gd name="connsiteY56" fmla="*/ 4640688 h 6861482"/>
              <a:gd name="connsiteX57" fmla="*/ 649254 w 5463940"/>
              <a:gd name="connsiteY57" fmla="*/ 5463560 h 6861482"/>
              <a:gd name="connsiteX58" fmla="*/ 542839 w 5463940"/>
              <a:gd name="connsiteY58" fmla="*/ 5729320 h 6861482"/>
              <a:gd name="connsiteX59" fmla="*/ 629662 w 5463940"/>
              <a:gd name="connsiteY59" fmla="*/ 5793573 h 6861482"/>
              <a:gd name="connsiteX60" fmla="*/ 476494 w 5463940"/>
              <a:gd name="connsiteY60" fmla="*/ 6082357 h 6861482"/>
              <a:gd name="connsiteX61" fmla="*/ 295356 w 5463940"/>
              <a:gd name="connsiteY61" fmla="*/ 6405892 h 6861482"/>
              <a:gd name="connsiteX62" fmla="*/ 21866 w 5463940"/>
              <a:gd name="connsiteY62" fmla="*/ 6831011 h 6861482"/>
              <a:gd name="connsiteX63" fmla="*/ 0 w 5463940"/>
              <a:gd name="connsiteY63" fmla="*/ 6861482 h 6861482"/>
              <a:gd name="connsiteX64" fmla="*/ 5463940 w 5463940"/>
              <a:gd name="connsiteY64" fmla="*/ 6861482 h 686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463940" h="6861482">
                <a:moveTo>
                  <a:pt x="5463940" y="0"/>
                </a:moveTo>
                <a:lnTo>
                  <a:pt x="792388" y="0"/>
                </a:lnTo>
                <a:lnTo>
                  <a:pt x="807288" y="23688"/>
                </a:lnTo>
                <a:cubicBezTo>
                  <a:pt x="818348" y="36363"/>
                  <a:pt x="831351" y="46345"/>
                  <a:pt x="847167" y="52392"/>
                </a:cubicBezTo>
                <a:cubicBezTo>
                  <a:pt x="862365" y="58007"/>
                  <a:pt x="867376" y="78523"/>
                  <a:pt x="861906" y="104693"/>
                </a:cubicBezTo>
                <a:cubicBezTo>
                  <a:pt x="843817" y="191375"/>
                  <a:pt x="858534" y="258432"/>
                  <a:pt x="891809" y="314763"/>
                </a:cubicBezTo>
                <a:cubicBezTo>
                  <a:pt x="903576" y="334407"/>
                  <a:pt x="899159" y="347903"/>
                  <a:pt x="883105" y="361124"/>
                </a:cubicBezTo>
                <a:cubicBezTo>
                  <a:pt x="864669" y="375704"/>
                  <a:pt x="850327" y="397046"/>
                  <a:pt x="839062" y="423850"/>
                </a:cubicBezTo>
                <a:cubicBezTo>
                  <a:pt x="820568" y="467166"/>
                  <a:pt x="811859" y="513531"/>
                  <a:pt x="804620" y="560313"/>
                </a:cubicBezTo>
                <a:cubicBezTo>
                  <a:pt x="793378" y="633687"/>
                  <a:pt x="780112" y="704450"/>
                  <a:pt x="736357" y="760897"/>
                </a:cubicBezTo>
                <a:cubicBezTo>
                  <a:pt x="723332" y="778040"/>
                  <a:pt x="712885" y="799992"/>
                  <a:pt x="701931" y="821285"/>
                </a:cubicBezTo>
                <a:cubicBezTo>
                  <a:pt x="705425" y="839840"/>
                  <a:pt x="714063" y="852486"/>
                  <a:pt x="730099" y="854014"/>
                </a:cubicBezTo>
                <a:cubicBezTo>
                  <a:pt x="832163" y="864105"/>
                  <a:pt x="827638" y="966113"/>
                  <a:pt x="828340" y="1080052"/>
                </a:cubicBezTo>
                <a:cubicBezTo>
                  <a:pt x="829412" y="1221065"/>
                  <a:pt x="771840" y="1300280"/>
                  <a:pt x="700490" y="1372761"/>
                </a:cubicBezTo>
                <a:cubicBezTo>
                  <a:pt x="676074" y="1397333"/>
                  <a:pt x="640472" y="1405223"/>
                  <a:pt x="632708" y="1466109"/>
                </a:cubicBezTo>
                <a:cubicBezTo>
                  <a:pt x="675330" y="1511622"/>
                  <a:pt x="723920" y="1454776"/>
                  <a:pt x="768641" y="1459414"/>
                </a:cubicBezTo>
                <a:cubicBezTo>
                  <a:pt x="805594" y="1463610"/>
                  <a:pt x="865476" y="1442049"/>
                  <a:pt x="819196" y="1556554"/>
                </a:cubicBezTo>
                <a:cubicBezTo>
                  <a:pt x="805723" y="1590108"/>
                  <a:pt x="823233" y="1607581"/>
                  <a:pt x="841602" y="1606217"/>
                </a:cubicBezTo>
                <a:cubicBezTo>
                  <a:pt x="990393" y="1592503"/>
                  <a:pt x="928704" y="1817105"/>
                  <a:pt x="979741" y="1914129"/>
                </a:cubicBezTo>
                <a:cubicBezTo>
                  <a:pt x="994130" y="1940125"/>
                  <a:pt x="981845" y="1995898"/>
                  <a:pt x="961586" y="2014028"/>
                </a:cubicBezTo>
                <a:cubicBezTo>
                  <a:pt x="833010" y="2130710"/>
                  <a:pt x="821559" y="2335317"/>
                  <a:pt x="763580" y="2524080"/>
                </a:cubicBezTo>
                <a:cubicBezTo>
                  <a:pt x="834503" y="2575904"/>
                  <a:pt x="917665" y="2570407"/>
                  <a:pt x="993601" y="2596949"/>
                </a:cubicBezTo>
                <a:cubicBezTo>
                  <a:pt x="1072474" y="2624324"/>
                  <a:pt x="1073570" y="2658988"/>
                  <a:pt x="1013917" y="2810127"/>
                </a:cubicBezTo>
                <a:cubicBezTo>
                  <a:pt x="1181198" y="2798901"/>
                  <a:pt x="1181198" y="2798901"/>
                  <a:pt x="1136989" y="3024678"/>
                </a:cubicBezTo>
                <a:cubicBezTo>
                  <a:pt x="1180902" y="3020054"/>
                  <a:pt x="1224298" y="3088781"/>
                  <a:pt x="1259967" y="3181568"/>
                </a:cubicBezTo>
                <a:lnTo>
                  <a:pt x="1265794" y="3198166"/>
                </a:lnTo>
                <a:lnTo>
                  <a:pt x="1265717" y="3204655"/>
                </a:lnTo>
                <a:cubicBezTo>
                  <a:pt x="1268733" y="3236251"/>
                  <a:pt x="1277862" y="3256804"/>
                  <a:pt x="1288242" y="3274732"/>
                </a:cubicBezTo>
                <a:lnTo>
                  <a:pt x="1291297" y="3279721"/>
                </a:lnTo>
                <a:lnTo>
                  <a:pt x="1314272" y="3363918"/>
                </a:lnTo>
                <a:lnTo>
                  <a:pt x="1319860" y="3393684"/>
                </a:lnTo>
                <a:lnTo>
                  <a:pt x="1316519" y="3405686"/>
                </a:lnTo>
                <a:cubicBezTo>
                  <a:pt x="1310372" y="3418102"/>
                  <a:pt x="1301211" y="3431228"/>
                  <a:pt x="1288529" y="3445525"/>
                </a:cubicBezTo>
                <a:cubicBezTo>
                  <a:pt x="1161348" y="3588143"/>
                  <a:pt x="1146805" y="3608961"/>
                  <a:pt x="1242782" y="3705028"/>
                </a:cubicBezTo>
                <a:lnTo>
                  <a:pt x="1286485" y="3747325"/>
                </a:lnTo>
                <a:lnTo>
                  <a:pt x="1292276" y="3757935"/>
                </a:lnTo>
                <a:lnTo>
                  <a:pt x="1295640" y="3771718"/>
                </a:lnTo>
                <a:cubicBezTo>
                  <a:pt x="1296144" y="3781009"/>
                  <a:pt x="1296074" y="3791627"/>
                  <a:pt x="1297165" y="3800021"/>
                </a:cubicBezTo>
                <a:cubicBezTo>
                  <a:pt x="1261584" y="3834526"/>
                  <a:pt x="1216509" y="3777846"/>
                  <a:pt x="1175354" y="3860429"/>
                </a:cubicBezTo>
                <a:lnTo>
                  <a:pt x="1307283" y="4017890"/>
                </a:lnTo>
                <a:lnTo>
                  <a:pt x="1296662" y="4042035"/>
                </a:lnTo>
                <a:cubicBezTo>
                  <a:pt x="1285446" y="4076730"/>
                  <a:pt x="1278762" y="4115040"/>
                  <a:pt x="1272882" y="4153970"/>
                </a:cubicBezTo>
                <a:lnTo>
                  <a:pt x="1262688" y="4216187"/>
                </a:lnTo>
                <a:lnTo>
                  <a:pt x="1264417" y="4216187"/>
                </a:lnTo>
                <a:lnTo>
                  <a:pt x="1262699" y="4228245"/>
                </a:lnTo>
                <a:lnTo>
                  <a:pt x="1261091" y="4239616"/>
                </a:lnTo>
                <a:lnTo>
                  <a:pt x="1260815" y="4241609"/>
                </a:lnTo>
                <a:cubicBezTo>
                  <a:pt x="1260689" y="4242505"/>
                  <a:pt x="1260696" y="4242428"/>
                  <a:pt x="1260967" y="4240495"/>
                </a:cubicBezTo>
                <a:lnTo>
                  <a:pt x="1261091" y="4239616"/>
                </a:lnTo>
                <a:lnTo>
                  <a:pt x="1261469" y="4236887"/>
                </a:lnTo>
                <a:cubicBezTo>
                  <a:pt x="1262532" y="4229054"/>
                  <a:pt x="1263675" y="4219786"/>
                  <a:pt x="1256626" y="4265601"/>
                </a:cubicBezTo>
                <a:cubicBezTo>
                  <a:pt x="1256291" y="4267782"/>
                  <a:pt x="1251762" y="4300784"/>
                  <a:pt x="1248755" y="4319440"/>
                </a:cubicBezTo>
                <a:lnTo>
                  <a:pt x="1247265" y="4327380"/>
                </a:lnTo>
                <a:lnTo>
                  <a:pt x="1237396" y="4327380"/>
                </a:lnTo>
                <a:lnTo>
                  <a:pt x="1217455" y="4371063"/>
                </a:lnTo>
                <a:cubicBezTo>
                  <a:pt x="1199891" y="4400506"/>
                  <a:pt x="1175680" y="4424583"/>
                  <a:pt x="1141096" y="4440302"/>
                </a:cubicBezTo>
                <a:cubicBezTo>
                  <a:pt x="1069946" y="4473150"/>
                  <a:pt x="1038303" y="4575550"/>
                  <a:pt x="987553" y="4640688"/>
                </a:cubicBezTo>
                <a:cubicBezTo>
                  <a:pt x="810580" y="4866180"/>
                  <a:pt x="695846" y="5129308"/>
                  <a:pt x="649254" y="5463560"/>
                </a:cubicBezTo>
                <a:cubicBezTo>
                  <a:pt x="636193" y="5556007"/>
                  <a:pt x="578841" y="5642157"/>
                  <a:pt x="542839" y="5729320"/>
                </a:cubicBezTo>
                <a:cubicBezTo>
                  <a:pt x="563420" y="5782527"/>
                  <a:pt x="660486" y="5634705"/>
                  <a:pt x="629662" y="5793573"/>
                </a:cubicBezTo>
                <a:cubicBezTo>
                  <a:pt x="606320" y="5913360"/>
                  <a:pt x="539304" y="6000311"/>
                  <a:pt x="476494" y="6082357"/>
                </a:cubicBezTo>
                <a:cubicBezTo>
                  <a:pt x="404358" y="6175982"/>
                  <a:pt x="324070" y="6256850"/>
                  <a:pt x="295356" y="6405892"/>
                </a:cubicBezTo>
                <a:cubicBezTo>
                  <a:pt x="293791" y="6413841"/>
                  <a:pt x="198424" y="6580901"/>
                  <a:pt x="21866" y="6831011"/>
                </a:cubicBezTo>
                <a:lnTo>
                  <a:pt x="0" y="6861482"/>
                </a:lnTo>
                <a:lnTo>
                  <a:pt x="5463940" y="686148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A6FBD-C2E0-E5D0-B40F-326E16D57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3200400" cy="543137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Why it’s matters?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111B5C5-C6B1-F48A-5605-1F230A3BCF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4126001"/>
              </p:ext>
            </p:extLst>
          </p:nvPr>
        </p:nvGraphicFramePr>
        <p:xfrm>
          <a:off x="5550568" y="713312"/>
          <a:ext cx="5803231" cy="5494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24647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F36526D-0F1F-46DD-8DDC-385EF7FFF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926ABA4-C8CE-4D75-AC96-BAC602AFF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482"/>
            <a:ext cx="5463940" cy="6861482"/>
          </a:xfrm>
          <a:custGeom>
            <a:avLst/>
            <a:gdLst>
              <a:gd name="connsiteX0" fmla="*/ 5463940 w 5463940"/>
              <a:gd name="connsiteY0" fmla="*/ 0 h 6861482"/>
              <a:gd name="connsiteX1" fmla="*/ 792388 w 5463940"/>
              <a:gd name="connsiteY1" fmla="*/ 0 h 6861482"/>
              <a:gd name="connsiteX2" fmla="*/ 807288 w 5463940"/>
              <a:gd name="connsiteY2" fmla="*/ 23688 h 6861482"/>
              <a:gd name="connsiteX3" fmla="*/ 847167 w 5463940"/>
              <a:gd name="connsiteY3" fmla="*/ 52392 h 6861482"/>
              <a:gd name="connsiteX4" fmla="*/ 861906 w 5463940"/>
              <a:gd name="connsiteY4" fmla="*/ 104693 h 6861482"/>
              <a:gd name="connsiteX5" fmla="*/ 891809 w 5463940"/>
              <a:gd name="connsiteY5" fmla="*/ 314763 h 6861482"/>
              <a:gd name="connsiteX6" fmla="*/ 883105 w 5463940"/>
              <a:gd name="connsiteY6" fmla="*/ 361124 h 6861482"/>
              <a:gd name="connsiteX7" fmla="*/ 839062 w 5463940"/>
              <a:gd name="connsiteY7" fmla="*/ 423850 h 6861482"/>
              <a:gd name="connsiteX8" fmla="*/ 804620 w 5463940"/>
              <a:gd name="connsiteY8" fmla="*/ 560313 h 6861482"/>
              <a:gd name="connsiteX9" fmla="*/ 736357 w 5463940"/>
              <a:gd name="connsiteY9" fmla="*/ 760897 h 6861482"/>
              <a:gd name="connsiteX10" fmla="*/ 701931 w 5463940"/>
              <a:gd name="connsiteY10" fmla="*/ 821285 h 6861482"/>
              <a:gd name="connsiteX11" fmla="*/ 730099 w 5463940"/>
              <a:gd name="connsiteY11" fmla="*/ 854014 h 6861482"/>
              <a:gd name="connsiteX12" fmla="*/ 828340 w 5463940"/>
              <a:gd name="connsiteY12" fmla="*/ 1080052 h 6861482"/>
              <a:gd name="connsiteX13" fmla="*/ 700490 w 5463940"/>
              <a:gd name="connsiteY13" fmla="*/ 1372761 h 6861482"/>
              <a:gd name="connsiteX14" fmla="*/ 632708 w 5463940"/>
              <a:gd name="connsiteY14" fmla="*/ 1466109 h 6861482"/>
              <a:gd name="connsiteX15" fmla="*/ 768641 w 5463940"/>
              <a:gd name="connsiteY15" fmla="*/ 1459414 h 6861482"/>
              <a:gd name="connsiteX16" fmla="*/ 819196 w 5463940"/>
              <a:gd name="connsiteY16" fmla="*/ 1556554 h 6861482"/>
              <a:gd name="connsiteX17" fmla="*/ 841602 w 5463940"/>
              <a:gd name="connsiteY17" fmla="*/ 1606217 h 6861482"/>
              <a:gd name="connsiteX18" fmla="*/ 979741 w 5463940"/>
              <a:gd name="connsiteY18" fmla="*/ 1914129 h 6861482"/>
              <a:gd name="connsiteX19" fmla="*/ 961586 w 5463940"/>
              <a:gd name="connsiteY19" fmla="*/ 2014028 h 6861482"/>
              <a:gd name="connsiteX20" fmla="*/ 763580 w 5463940"/>
              <a:gd name="connsiteY20" fmla="*/ 2524080 h 6861482"/>
              <a:gd name="connsiteX21" fmla="*/ 993601 w 5463940"/>
              <a:gd name="connsiteY21" fmla="*/ 2596949 h 6861482"/>
              <a:gd name="connsiteX22" fmla="*/ 1013917 w 5463940"/>
              <a:gd name="connsiteY22" fmla="*/ 2810127 h 6861482"/>
              <a:gd name="connsiteX23" fmla="*/ 1136989 w 5463940"/>
              <a:gd name="connsiteY23" fmla="*/ 3024678 h 6861482"/>
              <a:gd name="connsiteX24" fmla="*/ 1259967 w 5463940"/>
              <a:gd name="connsiteY24" fmla="*/ 3181568 h 6861482"/>
              <a:gd name="connsiteX25" fmla="*/ 1265794 w 5463940"/>
              <a:gd name="connsiteY25" fmla="*/ 3198166 h 6861482"/>
              <a:gd name="connsiteX26" fmla="*/ 1265717 w 5463940"/>
              <a:gd name="connsiteY26" fmla="*/ 3204655 h 6861482"/>
              <a:gd name="connsiteX27" fmla="*/ 1288242 w 5463940"/>
              <a:gd name="connsiteY27" fmla="*/ 3274732 h 6861482"/>
              <a:gd name="connsiteX28" fmla="*/ 1291297 w 5463940"/>
              <a:gd name="connsiteY28" fmla="*/ 3279721 h 6861482"/>
              <a:gd name="connsiteX29" fmla="*/ 1314272 w 5463940"/>
              <a:gd name="connsiteY29" fmla="*/ 3363918 h 6861482"/>
              <a:gd name="connsiteX30" fmla="*/ 1319860 w 5463940"/>
              <a:gd name="connsiteY30" fmla="*/ 3393684 h 6861482"/>
              <a:gd name="connsiteX31" fmla="*/ 1316519 w 5463940"/>
              <a:gd name="connsiteY31" fmla="*/ 3405686 h 6861482"/>
              <a:gd name="connsiteX32" fmla="*/ 1288529 w 5463940"/>
              <a:gd name="connsiteY32" fmla="*/ 3445525 h 6861482"/>
              <a:gd name="connsiteX33" fmla="*/ 1242782 w 5463940"/>
              <a:gd name="connsiteY33" fmla="*/ 3705028 h 6861482"/>
              <a:gd name="connsiteX34" fmla="*/ 1286485 w 5463940"/>
              <a:gd name="connsiteY34" fmla="*/ 3747325 h 6861482"/>
              <a:gd name="connsiteX35" fmla="*/ 1292276 w 5463940"/>
              <a:gd name="connsiteY35" fmla="*/ 3757935 h 6861482"/>
              <a:gd name="connsiteX36" fmla="*/ 1295640 w 5463940"/>
              <a:gd name="connsiteY36" fmla="*/ 3771718 h 6861482"/>
              <a:gd name="connsiteX37" fmla="*/ 1297165 w 5463940"/>
              <a:gd name="connsiteY37" fmla="*/ 3800021 h 6861482"/>
              <a:gd name="connsiteX38" fmla="*/ 1175354 w 5463940"/>
              <a:gd name="connsiteY38" fmla="*/ 3860429 h 6861482"/>
              <a:gd name="connsiteX39" fmla="*/ 1307283 w 5463940"/>
              <a:gd name="connsiteY39" fmla="*/ 4017890 h 6861482"/>
              <a:gd name="connsiteX40" fmla="*/ 1296662 w 5463940"/>
              <a:gd name="connsiteY40" fmla="*/ 4042035 h 6861482"/>
              <a:gd name="connsiteX41" fmla="*/ 1272882 w 5463940"/>
              <a:gd name="connsiteY41" fmla="*/ 4153970 h 6861482"/>
              <a:gd name="connsiteX42" fmla="*/ 1262688 w 5463940"/>
              <a:gd name="connsiteY42" fmla="*/ 4216187 h 6861482"/>
              <a:gd name="connsiteX43" fmla="*/ 1264417 w 5463940"/>
              <a:gd name="connsiteY43" fmla="*/ 4216187 h 6861482"/>
              <a:gd name="connsiteX44" fmla="*/ 1262699 w 5463940"/>
              <a:gd name="connsiteY44" fmla="*/ 4228245 h 6861482"/>
              <a:gd name="connsiteX45" fmla="*/ 1261091 w 5463940"/>
              <a:gd name="connsiteY45" fmla="*/ 4239616 h 6861482"/>
              <a:gd name="connsiteX46" fmla="*/ 1260815 w 5463940"/>
              <a:gd name="connsiteY46" fmla="*/ 4241609 h 6861482"/>
              <a:gd name="connsiteX47" fmla="*/ 1260967 w 5463940"/>
              <a:gd name="connsiteY47" fmla="*/ 4240495 h 6861482"/>
              <a:gd name="connsiteX48" fmla="*/ 1261091 w 5463940"/>
              <a:gd name="connsiteY48" fmla="*/ 4239616 h 6861482"/>
              <a:gd name="connsiteX49" fmla="*/ 1261469 w 5463940"/>
              <a:gd name="connsiteY49" fmla="*/ 4236887 h 6861482"/>
              <a:gd name="connsiteX50" fmla="*/ 1256626 w 5463940"/>
              <a:gd name="connsiteY50" fmla="*/ 4265601 h 6861482"/>
              <a:gd name="connsiteX51" fmla="*/ 1248755 w 5463940"/>
              <a:gd name="connsiteY51" fmla="*/ 4319440 h 6861482"/>
              <a:gd name="connsiteX52" fmla="*/ 1247265 w 5463940"/>
              <a:gd name="connsiteY52" fmla="*/ 4327380 h 6861482"/>
              <a:gd name="connsiteX53" fmla="*/ 1237396 w 5463940"/>
              <a:gd name="connsiteY53" fmla="*/ 4327380 h 6861482"/>
              <a:gd name="connsiteX54" fmla="*/ 1217455 w 5463940"/>
              <a:gd name="connsiteY54" fmla="*/ 4371063 h 6861482"/>
              <a:gd name="connsiteX55" fmla="*/ 1141096 w 5463940"/>
              <a:gd name="connsiteY55" fmla="*/ 4440302 h 6861482"/>
              <a:gd name="connsiteX56" fmla="*/ 987553 w 5463940"/>
              <a:gd name="connsiteY56" fmla="*/ 4640688 h 6861482"/>
              <a:gd name="connsiteX57" fmla="*/ 649254 w 5463940"/>
              <a:gd name="connsiteY57" fmla="*/ 5463560 h 6861482"/>
              <a:gd name="connsiteX58" fmla="*/ 542839 w 5463940"/>
              <a:gd name="connsiteY58" fmla="*/ 5729320 h 6861482"/>
              <a:gd name="connsiteX59" fmla="*/ 629662 w 5463940"/>
              <a:gd name="connsiteY59" fmla="*/ 5793573 h 6861482"/>
              <a:gd name="connsiteX60" fmla="*/ 476494 w 5463940"/>
              <a:gd name="connsiteY60" fmla="*/ 6082357 h 6861482"/>
              <a:gd name="connsiteX61" fmla="*/ 295356 w 5463940"/>
              <a:gd name="connsiteY61" fmla="*/ 6405892 h 6861482"/>
              <a:gd name="connsiteX62" fmla="*/ 21866 w 5463940"/>
              <a:gd name="connsiteY62" fmla="*/ 6831011 h 6861482"/>
              <a:gd name="connsiteX63" fmla="*/ 0 w 5463940"/>
              <a:gd name="connsiteY63" fmla="*/ 6861482 h 6861482"/>
              <a:gd name="connsiteX64" fmla="*/ 5463940 w 5463940"/>
              <a:gd name="connsiteY64" fmla="*/ 6861482 h 686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463940" h="6861482">
                <a:moveTo>
                  <a:pt x="5463940" y="0"/>
                </a:moveTo>
                <a:lnTo>
                  <a:pt x="792388" y="0"/>
                </a:lnTo>
                <a:lnTo>
                  <a:pt x="807288" y="23688"/>
                </a:lnTo>
                <a:cubicBezTo>
                  <a:pt x="818348" y="36363"/>
                  <a:pt x="831351" y="46345"/>
                  <a:pt x="847167" y="52392"/>
                </a:cubicBezTo>
                <a:cubicBezTo>
                  <a:pt x="862365" y="58007"/>
                  <a:pt x="867376" y="78523"/>
                  <a:pt x="861906" y="104693"/>
                </a:cubicBezTo>
                <a:cubicBezTo>
                  <a:pt x="843817" y="191375"/>
                  <a:pt x="858534" y="258432"/>
                  <a:pt x="891809" y="314763"/>
                </a:cubicBezTo>
                <a:cubicBezTo>
                  <a:pt x="903576" y="334407"/>
                  <a:pt x="899159" y="347903"/>
                  <a:pt x="883105" y="361124"/>
                </a:cubicBezTo>
                <a:cubicBezTo>
                  <a:pt x="864669" y="375704"/>
                  <a:pt x="850327" y="397046"/>
                  <a:pt x="839062" y="423850"/>
                </a:cubicBezTo>
                <a:cubicBezTo>
                  <a:pt x="820568" y="467166"/>
                  <a:pt x="811859" y="513531"/>
                  <a:pt x="804620" y="560313"/>
                </a:cubicBezTo>
                <a:cubicBezTo>
                  <a:pt x="793378" y="633687"/>
                  <a:pt x="780112" y="704450"/>
                  <a:pt x="736357" y="760897"/>
                </a:cubicBezTo>
                <a:cubicBezTo>
                  <a:pt x="723332" y="778040"/>
                  <a:pt x="712885" y="799992"/>
                  <a:pt x="701931" y="821285"/>
                </a:cubicBezTo>
                <a:cubicBezTo>
                  <a:pt x="705425" y="839840"/>
                  <a:pt x="714063" y="852486"/>
                  <a:pt x="730099" y="854014"/>
                </a:cubicBezTo>
                <a:cubicBezTo>
                  <a:pt x="832163" y="864105"/>
                  <a:pt x="827638" y="966113"/>
                  <a:pt x="828340" y="1080052"/>
                </a:cubicBezTo>
                <a:cubicBezTo>
                  <a:pt x="829412" y="1221065"/>
                  <a:pt x="771840" y="1300280"/>
                  <a:pt x="700490" y="1372761"/>
                </a:cubicBezTo>
                <a:cubicBezTo>
                  <a:pt x="676074" y="1397333"/>
                  <a:pt x="640472" y="1405223"/>
                  <a:pt x="632708" y="1466109"/>
                </a:cubicBezTo>
                <a:cubicBezTo>
                  <a:pt x="675330" y="1511622"/>
                  <a:pt x="723920" y="1454776"/>
                  <a:pt x="768641" y="1459414"/>
                </a:cubicBezTo>
                <a:cubicBezTo>
                  <a:pt x="805594" y="1463610"/>
                  <a:pt x="865476" y="1442049"/>
                  <a:pt x="819196" y="1556554"/>
                </a:cubicBezTo>
                <a:cubicBezTo>
                  <a:pt x="805723" y="1590108"/>
                  <a:pt x="823233" y="1607581"/>
                  <a:pt x="841602" y="1606217"/>
                </a:cubicBezTo>
                <a:cubicBezTo>
                  <a:pt x="990393" y="1592503"/>
                  <a:pt x="928704" y="1817105"/>
                  <a:pt x="979741" y="1914129"/>
                </a:cubicBezTo>
                <a:cubicBezTo>
                  <a:pt x="994130" y="1940125"/>
                  <a:pt x="981845" y="1995898"/>
                  <a:pt x="961586" y="2014028"/>
                </a:cubicBezTo>
                <a:cubicBezTo>
                  <a:pt x="833010" y="2130710"/>
                  <a:pt x="821559" y="2335317"/>
                  <a:pt x="763580" y="2524080"/>
                </a:cubicBezTo>
                <a:cubicBezTo>
                  <a:pt x="834503" y="2575904"/>
                  <a:pt x="917665" y="2570407"/>
                  <a:pt x="993601" y="2596949"/>
                </a:cubicBezTo>
                <a:cubicBezTo>
                  <a:pt x="1072474" y="2624324"/>
                  <a:pt x="1073570" y="2658988"/>
                  <a:pt x="1013917" y="2810127"/>
                </a:cubicBezTo>
                <a:cubicBezTo>
                  <a:pt x="1181198" y="2798901"/>
                  <a:pt x="1181198" y="2798901"/>
                  <a:pt x="1136989" y="3024678"/>
                </a:cubicBezTo>
                <a:cubicBezTo>
                  <a:pt x="1180902" y="3020054"/>
                  <a:pt x="1224298" y="3088781"/>
                  <a:pt x="1259967" y="3181568"/>
                </a:cubicBezTo>
                <a:lnTo>
                  <a:pt x="1265794" y="3198166"/>
                </a:lnTo>
                <a:lnTo>
                  <a:pt x="1265717" y="3204655"/>
                </a:lnTo>
                <a:cubicBezTo>
                  <a:pt x="1268733" y="3236251"/>
                  <a:pt x="1277862" y="3256804"/>
                  <a:pt x="1288242" y="3274732"/>
                </a:cubicBezTo>
                <a:lnTo>
                  <a:pt x="1291297" y="3279721"/>
                </a:lnTo>
                <a:lnTo>
                  <a:pt x="1314272" y="3363918"/>
                </a:lnTo>
                <a:lnTo>
                  <a:pt x="1319860" y="3393684"/>
                </a:lnTo>
                <a:lnTo>
                  <a:pt x="1316519" y="3405686"/>
                </a:lnTo>
                <a:cubicBezTo>
                  <a:pt x="1310372" y="3418102"/>
                  <a:pt x="1301211" y="3431228"/>
                  <a:pt x="1288529" y="3445525"/>
                </a:cubicBezTo>
                <a:cubicBezTo>
                  <a:pt x="1161348" y="3588143"/>
                  <a:pt x="1146805" y="3608961"/>
                  <a:pt x="1242782" y="3705028"/>
                </a:cubicBezTo>
                <a:lnTo>
                  <a:pt x="1286485" y="3747325"/>
                </a:lnTo>
                <a:lnTo>
                  <a:pt x="1292276" y="3757935"/>
                </a:lnTo>
                <a:lnTo>
                  <a:pt x="1295640" y="3771718"/>
                </a:lnTo>
                <a:cubicBezTo>
                  <a:pt x="1296144" y="3781009"/>
                  <a:pt x="1296074" y="3791627"/>
                  <a:pt x="1297165" y="3800021"/>
                </a:cubicBezTo>
                <a:cubicBezTo>
                  <a:pt x="1261584" y="3834526"/>
                  <a:pt x="1216509" y="3777846"/>
                  <a:pt x="1175354" y="3860429"/>
                </a:cubicBezTo>
                <a:lnTo>
                  <a:pt x="1307283" y="4017890"/>
                </a:lnTo>
                <a:lnTo>
                  <a:pt x="1296662" y="4042035"/>
                </a:lnTo>
                <a:cubicBezTo>
                  <a:pt x="1285446" y="4076730"/>
                  <a:pt x="1278762" y="4115040"/>
                  <a:pt x="1272882" y="4153970"/>
                </a:cubicBezTo>
                <a:lnTo>
                  <a:pt x="1262688" y="4216187"/>
                </a:lnTo>
                <a:lnTo>
                  <a:pt x="1264417" y="4216187"/>
                </a:lnTo>
                <a:lnTo>
                  <a:pt x="1262699" y="4228245"/>
                </a:lnTo>
                <a:lnTo>
                  <a:pt x="1261091" y="4239616"/>
                </a:lnTo>
                <a:lnTo>
                  <a:pt x="1260815" y="4241609"/>
                </a:lnTo>
                <a:cubicBezTo>
                  <a:pt x="1260689" y="4242505"/>
                  <a:pt x="1260696" y="4242428"/>
                  <a:pt x="1260967" y="4240495"/>
                </a:cubicBezTo>
                <a:lnTo>
                  <a:pt x="1261091" y="4239616"/>
                </a:lnTo>
                <a:lnTo>
                  <a:pt x="1261469" y="4236887"/>
                </a:lnTo>
                <a:cubicBezTo>
                  <a:pt x="1262532" y="4229054"/>
                  <a:pt x="1263675" y="4219786"/>
                  <a:pt x="1256626" y="4265601"/>
                </a:cubicBezTo>
                <a:cubicBezTo>
                  <a:pt x="1256291" y="4267782"/>
                  <a:pt x="1251762" y="4300784"/>
                  <a:pt x="1248755" y="4319440"/>
                </a:cubicBezTo>
                <a:lnTo>
                  <a:pt x="1247265" y="4327380"/>
                </a:lnTo>
                <a:lnTo>
                  <a:pt x="1237396" y="4327380"/>
                </a:lnTo>
                <a:lnTo>
                  <a:pt x="1217455" y="4371063"/>
                </a:lnTo>
                <a:cubicBezTo>
                  <a:pt x="1199891" y="4400506"/>
                  <a:pt x="1175680" y="4424583"/>
                  <a:pt x="1141096" y="4440302"/>
                </a:cubicBezTo>
                <a:cubicBezTo>
                  <a:pt x="1069946" y="4473150"/>
                  <a:pt x="1038303" y="4575550"/>
                  <a:pt x="987553" y="4640688"/>
                </a:cubicBezTo>
                <a:cubicBezTo>
                  <a:pt x="810580" y="4866180"/>
                  <a:pt x="695846" y="5129308"/>
                  <a:pt x="649254" y="5463560"/>
                </a:cubicBezTo>
                <a:cubicBezTo>
                  <a:pt x="636193" y="5556007"/>
                  <a:pt x="578841" y="5642157"/>
                  <a:pt x="542839" y="5729320"/>
                </a:cubicBezTo>
                <a:cubicBezTo>
                  <a:pt x="563420" y="5782527"/>
                  <a:pt x="660486" y="5634705"/>
                  <a:pt x="629662" y="5793573"/>
                </a:cubicBezTo>
                <a:cubicBezTo>
                  <a:pt x="606320" y="5913360"/>
                  <a:pt x="539304" y="6000311"/>
                  <a:pt x="476494" y="6082357"/>
                </a:cubicBezTo>
                <a:cubicBezTo>
                  <a:pt x="404358" y="6175982"/>
                  <a:pt x="324070" y="6256850"/>
                  <a:pt x="295356" y="6405892"/>
                </a:cubicBezTo>
                <a:cubicBezTo>
                  <a:pt x="293791" y="6413841"/>
                  <a:pt x="198424" y="6580901"/>
                  <a:pt x="21866" y="6831011"/>
                </a:cubicBezTo>
                <a:lnTo>
                  <a:pt x="0" y="6861482"/>
                </a:lnTo>
                <a:lnTo>
                  <a:pt x="5463940" y="686148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C1CD9C-AFC5-3365-4513-47FF4617E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3200400" cy="173559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HTTP SSE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6462DD-4DA3-FBD2-2C78-2DF56465AC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6634996"/>
              </p:ext>
            </p:extLst>
          </p:nvPr>
        </p:nvGraphicFramePr>
        <p:xfrm>
          <a:off x="5550568" y="713312"/>
          <a:ext cx="5803231" cy="5494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 descr="A computer and server diagram&#10;&#10;AI-generated content may be incorrect.">
            <a:extLst>
              <a:ext uri="{FF2B5EF4-FFF2-40B4-BE49-F238E27FC236}">
                <a16:creationId xmlns:a16="http://schemas.microsoft.com/office/drawing/2014/main" id="{B1F4D594-2BA2-548D-397E-1DAF709A25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710" y="2609466"/>
            <a:ext cx="4980379" cy="332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809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F36526D-0F1F-46DD-8DDC-385EF7FFF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926ABA4-C8CE-4D75-AC96-BAC602AFF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482"/>
            <a:ext cx="5463940" cy="6861482"/>
          </a:xfrm>
          <a:custGeom>
            <a:avLst/>
            <a:gdLst>
              <a:gd name="connsiteX0" fmla="*/ 5463940 w 5463940"/>
              <a:gd name="connsiteY0" fmla="*/ 0 h 6861482"/>
              <a:gd name="connsiteX1" fmla="*/ 792388 w 5463940"/>
              <a:gd name="connsiteY1" fmla="*/ 0 h 6861482"/>
              <a:gd name="connsiteX2" fmla="*/ 807288 w 5463940"/>
              <a:gd name="connsiteY2" fmla="*/ 23688 h 6861482"/>
              <a:gd name="connsiteX3" fmla="*/ 847167 w 5463940"/>
              <a:gd name="connsiteY3" fmla="*/ 52392 h 6861482"/>
              <a:gd name="connsiteX4" fmla="*/ 861906 w 5463940"/>
              <a:gd name="connsiteY4" fmla="*/ 104693 h 6861482"/>
              <a:gd name="connsiteX5" fmla="*/ 891809 w 5463940"/>
              <a:gd name="connsiteY5" fmla="*/ 314763 h 6861482"/>
              <a:gd name="connsiteX6" fmla="*/ 883105 w 5463940"/>
              <a:gd name="connsiteY6" fmla="*/ 361124 h 6861482"/>
              <a:gd name="connsiteX7" fmla="*/ 839062 w 5463940"/>
              <a:gd name="connsiteY7" fmla="*/ 423850 h 6861482"/>
              <a:gd name="connsiteX8" fmla="*/ 804620 w 5463940"/>
              <a:gd name="connsiteY8" fmla="*/ 560313 h 6861482"/>
              <a:gd name="connsiteX9" fmla="*/ 736357 w 5463940"/>
              <a:gd name="connsiteY9" fmla="*/ 760897 h 6861482"/>
              <a:gd name="connsiteX10" fmla="*/ 701931 w 5463940"/>
              <a:gd name="connsiteY10" fmla="*/ 821285 h 6861482"/>
              <a:gd name="connsiteX11" fmla="*/ 730099 w 5463940"/>
              <a:gd name="connsiteY11" fmla="*/ 854014 h 6861482"/>
              <a:gd name="connsiteX12" fmla="*/ 828340 w 5463940"/>
              <a:gd name="connsiteY12" fmla="*/ 1080052 h 6861482"/>
              <a:gd name="connsiteX13" fmla="*/ 700490 w 5463940"/>
              <a:gd name="connsiteY13" fmla="*/ 1372761 h 6861482"/>
              <a:gd name="connsiteX14" fmla="*/ 632708 w 5463940"/>
              <a:gd name="connsiteY14" fmla="*/ 1466109 h 6861482"/>
              <a:gd name="connsiteX15" fmla="*/ 768641 w 5463940"/>
              <a:gd name="connsiteY15" fmla="*/ 1459414 h 6861482"/>
              <a:gd name="connsiteX16" fmla="*/ 819196 w 5463940"/>
              <a:gd name="connsiteY16" fmla="*/ 1556554 h 6861482"/>
              <a:gd name="connsiteX17" fmla="*/ 841602 w 5463940"/>
              <a:gd name="connsiteY17" fmla="*/ 1606217 h 6861482"/>
              <a:gd name="connsiteX18" fmla="*/ 979741 w 5463940"/>
              <a:gd name="connsiteY18" fmla="*/ 1914129 h 6861482"/>
              <a:gd name="connsiteX19" fmla="*/ 961586 w 5463940"/>
              <a:gd name="connsiteY19" fmla="*/ 2014028 h 6861482"/>
              <a:gd name="connsiteX20" fmla="*/ 763580 w 5463940"/>
              <a:gd name="connsiteY20" fmla="*/ 2524080 h 6861482"/>
              <a:gd name="connsiteX21" fmla="*/ 993601 w 5463940"/>
              <a:gd name="connsiteY21" fmla="*/ 2596949 h 6861482"/>
              <a:gd name="connsiteX22" fmla="*/ 1013917 w 5463940"/>
              <a:gd name="connsiteY22" fmla="*/ 2810127 h 6861482"/>
              <a:gd name="connsiteX23" fmla="*/ 1136989 w 5463940"/>
              <a:gd name="connsiteY23" fmla="*/ 3024678 h 6861482"/>
              <a:gd name="connsiteX24" fmla="*/ 1259967 w 5463940"/>
              <a:gd name="connsiteY24" fmla="*/ 3181568 h 6861482"/>
              <a:gd name="connsiteX25" fmla="*/ 1265794 w 5463940"/>
              <a:gd name="connsiteY25" fmla="*/ 3198166 h 6861482"/>
              <a:gd name="connsiteX26" fmla="*/ 1265717 w 5463940"/>
              <a:gd name="connsiteY26" fmla="*/ 3204655 h 6861482"/>
              <a:gd name="connsiteX27" fmla="*/ 1288242 w 5463940"/>
              <a:gd name="connsiteY27" fmla="*/ 3274732 h 6861482"/>
              <a:gd name="connsiteX28" fmla="*/ 1291297 w 5463940"/>
              <a:gd name="connsiteY28" fmla="*/ 3279721 h 6861482"/>
              <a:gd name="connsiteX29" fmla="*/ 1314272 w 5463940"/>
              <a:gd name="connsiteY29" fmla="*/ 3363918 h 6861482"/>
              <a:gd name="connsiteX30" fmla="*/ 1319860 w 5463940"/>
              <a:gd name="connsiteY30" fmla="*/ 3393684 h 6861482"/>
              <a:gd name="connsiteX31" fmla="*/ 1316519 w 5463940"/>
              <a:gd name="connsiteY31" fmla="*/ 3405686 h 6861482"/>
              <a:gd name="connsiteX32" fmla="*/ 1288529 w 5463940"/>
              <a:gd name="connsiteY32" fmla="*/ 3445525 h 6861482"/>
              <a:gd name="connsiteX33" fmla="*/ 1242782 w 5463940"/>
              <a:gd name="connsiteY33" fmla="*/ 3705028 h 6861482"/>
              <a:gd name="connsiteX34" fmla="*/ 1286485 w 5463940"/>
              <a:gd name="connsiteY34" fmla="*/ 3747325 h 6861482"/>
              <a:gd name="connsiteX35" fmla="*/ 1292276 w 5463940"/>
              <a:gd name="connsiteY35" fmla="*/ 3757935 h 6861482"/>
              <a:gd name="connsiteX36" fmla="*/ 1295640 w 5463940"/>
              <a:gd name="connsiteY36" fmla="*/ 3771718 h 6861482"/>
              <a:gd name="connsiteX37" fmla="*/ 1297165 w 5463940"/>
              <a:gd name="connsiteY37" fmla="*/ 3800021 h 6861482"/>
              <a:gd name="connsiteX38" fmla="*/ 1175354 w 5463940"/>
              <a:gd name="connsiteY38" fmla="*/ 3860429 h 6861482"/>
              <a:gd name="connsiteX39" fmla="*/ 1307283 w 5463940"/>
              <a:gd name="connsiteY39" fmla="*/ 4017890 h 6861482"/>
              <a:gd name="connsiteX40" fmla="*/ 1296662 w 5463940"/>
              <a:gd name="connsiteY40" fmla="*/ 4042035 h 6861482"/>
              <a:gd name="connsiteX41" fmla="*/ 1272882 w 5463940"/>
              <a:gd name="connsiteY41" fmla="*/ 4153970 h 6861482"/>
              <a:gd name="connsiteX42" fmla="*/ 1262688 w 5463940"/>
              <a:gd name="connsiteY42" fmla="*/ 4216187 h 6861482"/>
              <a:gd name="connsiteX43" fmla="*/ 1264417 w 5463940"/>
              <a:gd name="connsiteY43" fmla="*/ 4216187 h 6861482"/>
              <a:gd name="connsiteX44" fmla="*/ 1262699 w 5463940"/>
              <a:gd name="connsiteY44" fmla="*/ 4228245 h 6861482"/>
              <a:gd name="connsiteX45" fmla="*/ 1261091 w 5463940"/>
              <a:gd name="connsiteY45" fmla="*/ 4239616 h 6861482"/>
              <a:gd name="connsiteX46" fmla="*/ 1260815 w 5463940"/>
              <a:gd name="connsiteY46" fmla="*/ 4241609 h 6861482"/>
              <a:gd name="connsiteX47" fmla="*/ 1260967 w 5463940"/>
              <a:gd name="connsiteY47" fmla="*/ 4240495 h 6861482"/>
              <a:gd name="connsiteX48" fmla="*/ 1261091 w 5463940"/>
              <a:gd name="connsiteY48" fmla="*/ 4239616 h 6861482"/>
              <a:gd name="connsiteX49" fmla="*/ 1261469 w 5463940"/>
              <a:gd name="connsiteY49" fmla="*/ 4236887 h 6861482"/>
              <a:gd name="connsiteX50" fmla="*/ 1256626 w 5463940"/>
              <a:gd name="connsiteY50" fmla="*/ 4265601 h 6861482"/>
              <a:gd name="connsiteX51" fmla="*/ 1248755 w 5463940"/>
              <a:gd name="connsiteY51" fmla="*/ 4319440 h 6861482"/>
              <a:gd name="connsiteX52" fmla="*/ 1247265 w 5463940"/>
              <a:gd name="connsiteY52" fmla="*/ 4327380 h 6861482"/>
              <a:gd name="connsiteX53" fmla="*/ 1237396 w 5463940"/>
              <a:gd name="connsiteY53" fmla="*/ 4327380 h 6861482"/>
              <a:gd name="connsiteX54" fmla="*/ 1217455 w 5463940"/>
              <a:gd name="connsiteY54" fmla="*/ 4371063 h 6861482"/>
              <a:gd name="connsiteX55" fmla="*/ 1141096 w 5463940"/>
              <a:gd name="connsiteY55" fmla="*/ 4440302 h 6861482"/>
              <a:gd name="connsiteX56" fmla="*/ 987553 w 5463940"/>
              <a:gd name="connsiteY56" fmla="*/ 4640688 h 6861482"/>
              <a:gd name="connsiteX57" fmla="*/ 649254 w 5463940"/>
              <a:gd name="connsiteY57" fmla="*/ 5463560 h 6861482"/>
              <a:gd name="connsiteX58" fmla="*/ 542839 w 5463940"/>
              <a:gd name="connsiteY58" fmla="*/ 5729320 h 6861482"/>
              <a:gd name="connsiteX59" fmla="*/ 629662 w 5463940"/>
              <a:gd name="connsiteY59" fmla="*/ 5793573 h 6861482"/>
              <a:gd name="connsiteX60" fmla="*/ 476494 w 5463940"/>
              <a:gd name="connsiteY60" fmla="*/ 6082357 h 6861482"/>
              <a:gd name="connsiteX61" fmla="*/ 295356 w 5463940"/>
              <a:gd name="connsiteY61" fmla="*/ 6405892 h 6861482"/>
              <a:gd name="connsiteX62" fmla="*/ 21866 w 5463940"/>
              <a:gd name="connsiteY62" fmla="*/ 6831011 h 6861482"/>
              <a:gd name="connsiteX63" fmla="*/ 0 w 5463940"/>
              <a:gd name="connsiteY63" fmla="*/ 6861482 h 6861482"/>
              <a:gd name="connsiteX64" fmla="*/ 5463940 w 5463940"/>
              <a:gd name="connsiteY64" fmla="*/ 6861482 h 686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463940" h="6861482">
                <a:moveTo>
                  <a:pt x="5463940" y="0"/>
                </a:moveTo>
                <a:lnTo>
                  <a:pt x="792388" y="0"/>
                </a:lnTo>
                <a:lnTo>
                  <a:pt x="807288" y="23688"/>
                </a:lnTo>
                <a:cubicBezTo>
                  <a:pt x="818348" y="36363"/>
                  <a:pt x="831351" y="46345"/>
                  <a:pt x="847167" y="52392"/>
                </a:cubicBezTo>
                <a:cubicBezTo>
                  <a:pt x="862365" y="58007"/>
                  <a:pt x="867376" y="78523"/>
                  <a:pt x="861906" y="104693"/>
                </a:cubicBezTo>
                <a:cubicBezTo>
                  <a:pt x="843817" y="191375"/>
                  <a:pt x="858534" y="258432"/>
                  <a:pt x="891809" y="314763"/>
                </a:cubicBezTo>
                <a:cubicBezTo>
                  <a:pt x="903576" y="334407"/>
                  <a:pt x="899159" y="347903"/>
                  <a:pt x="883105" y="361124"/>
                </a:cubicBezTo>
                <a:cubicBezTo>
                  <a:pt x="864669" y="375704"/>
                  <a:pt x="850327" y="397046"/>
                  <a:pt x="839062" y="423850"/>
                </a:cubicBezTo>
                <a:cubicBezTo>
                  <a:pt x="820568" y="467166"/>
                  <a:pt x="811859" y="513531"/>
                  <a:pt x="804620" y="560313"/>
                </a:cubicBezTo>
                <a:cubicBezTo>
                  <a:pt x="793378" y="633687"/>
                  <a:pt x="780112" y="704450"/>
                  <a:pt x="736357" y="760897"/>
                </a:cubicBezTo>
                <a:cubicBezTo>
                  <a:pt x="723332" y="778040"/>
                  <a:pt x="712885" y="799992"/>
                  <a:pt x="701931" y="821285"/>
                </a:cubicBezTo>
                <a:cubicBezTo>
                  <a:pt x="705425" y="839840"/>
                  <a:pt x="714063" y="852486"/>
                  <a:pt x="730099" y="854014"/>
                </a:cubicBezTo>
                <a:cubicBezTo>
                  <a:pt x="832163" y="864105"/>
                  <a:pt x="827638" y="966113"/>
                  <a:pt x="828340" y="1080052"/>
                </a:cubicBezTo>
                <a:cubicBezTo>
                  <a:pt x="829412" y="1221065"/>
                  <a:pt x="771840" y="1300280"/>
                  <a:pt x="700490" y="1372761"/>
                </a:cubicBezTo>
                <a:cubicBezTo>
                  <a:pt x="676074" y="1397333"/>
                  <a:pt x="640472" y="1405223"/>
                  <a:pt x="632708" y="1466109"/>
                </a:cubicBezTo>
                <a:cubicBezTo>
                  <a:pt x="675330" y="1511622"/>
                  <a:pt x="723920" y="1454776"/>
                  <a:pt x="768641" y="1459414"/>
                </a:cubicBezTo>
                <a:cubicBezTo>
                  <a:pt x="805594" y="1463610"/>
                  <a:pt x="865476" y="1442049"/>
                  <a:pt x="819196" y="1556554"/>
                </a:cubicBezTo>
                <a:cubicBezTo>
                  <a:pt x="805723" y="1590108"/>
                  <a:pt x="823233" y="1607581"/>
                  <a:pt x="841602" y="1606217"/>
                </a:cubicBezTo>
                <a:cubicBezTo>
                  <a:pt x="990393" y="1592503"/>
                  <a:pt x="928704" y="1817105"/>
                  <a:pt x="979741" y="1914129"/>
                </a:cubicBezTo>
                <a:cubicBezTo>
                  <a:pt x="994130" y="1940125"/>
                  <a:pt x="981845" y="1995898"/>
                  <a:pt x="961586" y="2014028"/>
                </a:cubicBezTo>
                <a:cubicBezTo>
                  <a:pt x="833010" y="2130710"/>
                  <a:pt x="821559" y="2335317"/>
                  <a:pt x="763580" y="2524080"/>
                </a:cubicBezTo>
                <a:cubicBezTo>
                  <a:pt x="834503" y="2575904"/>
                  <a:pt x="917665" y="2570407"/>
                  <a:pt x="993601" y="2596949"/>
                </a:cubicBezTo>
                <a:cubicBezTo>
                  <a:pt x="1072474" y="2624324"/>
                  <a:pt x="1073570" y="2658988"/>
                  <a:pt x="1013917" y="2810127"/>
                </a:cubicBezTo>
                <a:cubicBezTo>
                  <a:pt x="1181198" y="2798901"/>
                  <a:pt x="1181198" y="2798901"/>
                  <a:pt x="1136989" y="3024678"/>
                </a:cubicBezTo>
                <a:cubicBezTo>
                  <a:pt x="1180902" y="3020054"/>
                  <a:pt x="1224298" y="3088781"/>
                  <a:pt x="1259967" y="3181568"/>
                </a:cubicBezTo>
                <a:lnTo>
                  <a:pt x="1265794" y="3198166"/>
                </a:lnTo>
                <a:lnTo>
                  <a:pt x="1265717" y="3204655"/>
                </a:lnTo>
                <a:cubicBezTo>
                  <a:pt x="1268733" y="3236251"/>
                  <a:pt x="1277862" y="3256804"/>
                  <a:pt x="1288242" y="3274732"/>
                </a:cubicBezTo>
                <a:lnTo>
                  <a:pt x="1291297" y="3279721"/>
                </a:lnTo>
                <a:lnTo>
                  <a:pt x="1314272" y="3363918"/>
                </a:lnTo>
                <a:lnTo>
                  <a:pt x="1319860" y="3393684"/>
                </a:lnTo>
                <a:lnTo>
                  <a:pt x="1316519" y="3405686"/>
                </a:lnTo>
                <a:cubicBezTo>
                  <a:pt x="1310372" y="3418102"/>
                  <a:pt x="1301211" y="3431228"/>
                  <a:pt x="1288529" y="3445525"/>
                </a:cubicBezTo>
                <a:cubicBezTo>
                  <a:pt x="1161348" y="3588143"/>
                  <a:pt x="1146805" y="3608961"/>
                  <a:pt x="1242782" y="3705028"/>
                </a:cubicBezTo>
                <a:lnTo>
                  <a:pt x="1286485" y="3747325"/>
                </a:lnTo>
                <a:lnTo>
                  <a:pt x="1292276" y="3757935"/>
                </a:lnTo>
                <a:lnTo>
                  <a:pt x="1295640" y="3771718"/>
                </a:lnTo>
                <a:cubicBezTo>
                  <a:pt x="1296144" y="3781009"/>
                  <a:pt x="1296074" y="3791627"/>
                  <a:pt x="1297165" y="3800021"/>
                </a:cubicBezTo>
                <a:cubicBezTo>
                  <a:pt x="1261584" y="3834526"/>
                  <a:pt x="1216509" y="3777846"/>
                  <a:pt x="1175354" y="3860429"/>
                </a:cubicBezTo>
                <a:lnTo>
                  <a:pt x="1307283" y="4017890"/>
                </a:lnTo>
                <a:lnTo>
                  <a:pt x="1296662" y="4042035"/>
                </a:lnTo>
                <a:cubicBezTo>
                  <a:pt x="1285446" y="4076730"/>
                  <a:pt x="1278762" y="4115040"/>
                  <a:pt x="1272882" y="4153970"/>
                </a:cubicBezTo>
                <a:lnTo>
                  <a:pt x="1262688" y="4216187"/>
                </a:lnTo>
                <a:lnTo>
                  <a:pt x="1264417" y="4216187"/>
                </a:lnTo>
                <a:lnTo>
                  <a:pt x="1262699" y="4228245"/>
                </a:lnTo>
                <a:lnTo>
                  <a:pt x="1261091" y="4239616"/>
                </a:lnTo>
                <a:lnTo>
                  <a:pt x="1260815" y="4241609"/>
                </a:lnTo>
                <a:cubicBezTo>
                  <a:pt x="1260689" y="4242505"/>
                  <a:pt x="1260696" y="4242428"/>
                  <a:pt x="1260967" y="4240495"/>
                </a:cubicBezTo>
                <a:lnTo>
                  <a:pt x="1261091" y="4239616"/>
                </a:lnTo>
                <a:lnTo>
                  <a:pt x="1261469" y="4236887"/>
                </a:lnTo>
                <a:cubicBezTo>
                  <a:pt x="1262532" y="4229054"/>
                  <a:pt x="1263675" y="4219786"/>
                  <a:pt x="1256626" y="4265601"/>
                </a:cubicBezTo>
                <a:cubicBezTo>
                  <a:pt x="1256291" y="4267782"/>
                  <a:pt x="1251762" y="4300784"/>
                  <a:pt x="1248755" y="4319440"/>
                </a:cubicBezTo>
                <a:lnTo>
                  <a:pt x="1247265" y="4327380"/>
                </a:lnTo>
                <a:lnTo>
                  <a:pt x="1237396" y="4327380"/>
                </a:lnTo>
                <a:lnTo>
                  <a:pt x="1217455" y="4371063"/>
                </a:lnTo>
                <a:cubicBezTo>
                  <a:pt x="1199891" y="4400506"/>
                  <a:pt x="1175680" y="4424583"/>
                  <a:pt x="1141096" y="4440302"/>
                </a:cubicBezTo>
                <a:cubicBezTo>
                  <a:pt x="1069946" y="4473150"/>
                  <a:pt x="1038303" y="4575550"/>
                  <a:pt x="987553" y="4640688"/>
                </a:cubicBezTo>
                <a:cubicBezTo>
                  <a:pt x="810580" y="4866180"/>
                  <a:pt x="695846" y="5129308"/>
                  <a:pt x="649254" y="5463560"/>
                </a:cubicBezTo>
                <a:cubicBezTo>
                  <a:pt x="636193" y="5556007"/>
                  <a:pt x="578841" y="5642157"/>
                  <a:pt x="542839" y="5729320"/>
                </a:cubicBezTo>
                <a:cubicBezTo>
                  <a:pt x="563420" y="5782527"/>
                  <a:pt x="660486" y="5634705"/>
                  <a:pt x="629662" y="5793573"/>
                </a:cubicBezTo>
                <a:cubicBezTo>
                  <a:pt x="606320" y="5913360"/>
                  <a:pt x="539304" y="6000311"/>
                  <a:pt x="476494" y="6082357"/>
                </a:cubicBezTo>
                <a:cubicBezTo>
                  <a:pt x="404358" y="6175982"/>
                  <a:pt x="324070" y="6256850"/>
                  <a:pt x="295356" y="6405892"/>
                </a:cubicBezTo>
                <a:cubicBezTo>
                  <a:pt x="293791" y="6413841"/>
                  <a:pt x="198424" y="6580901"/>
                  <a:pt x="21866" y="6831011"/>
                </a:cubicBezTo>
                <a:lnTo>
                  <a:pt x="0" y="6861482"/>
                </a:lnTo>
                <a:lnTo>
                  <a:pt x="5463940" y="686148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3BB77-3FFC-2437-D200-17E98ECB9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3200400" cy="5431376"/>
          </a:xfrm>
        </p:spPr>
        <p:txBody>
          <a:bodyPr>
            <a:norm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D964A6-1A87-67C2-E541-3EFBF73CB9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6769547"/>
              </p:ext>
            </p:extLst>
          </p:nvPr>
        </p:nvGraphicFramePr>
        <p:xfrm>
          <a:off x="5550568" y="713312"/>
          <a:ext cx="5803231" cy="5494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2065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F36526D-0F1F-46DD-8DDC-385EF7FFF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926ABA4-C8CE-4D75-AC96-BAC602AFF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482"/>
            <a:ext cx="5463940" cy="6861482"/>
          </a:xfrm>
          <a:custGeom>
            <a:avLst/>
            <a:gdLst>
              <a:gd name="connsiteX0" fmla="*/ 5463940 w 5463940"/>
              <a:gd name="connsiteY0" fmla="*/ 0 h 6861482"/>
              <a:gd name="connsiteX1" fmla="*/ 792388 w 5463940"/>
              <a:gd name="connsiteY1" fmla="*/ 0 h 6861482"/>
              <a:gd name="connsiteX2" fmla="*/ 807288 w 5463940"/>
              <a:gd name="connsiteY2" fmla="*/ 23688 h 6861482"/>
              <a:gd name="connsiteX3" fmla="*/ 847167 w 5463940"/>
              <a:gd name="connsiteY3" fmla="*/ 52392 h 6861482"/>
              <a:gd name="connsiteX4" fmla="*/ 861906 w 5463940"/>
              <a:gd name="connsiteY4" fmla="*/ 104693 h 6861482"/>
              <a:gd name="connsiteX5" fmla="*/ 891809 w 5463940"/>
              <a:gd name="connsiteY5" fmla="*/ 314763 h 6861482"/>
              <a:gd name="connsiteX6" fmla="*/ 883105 w 5463940"/>
              <a:gd name="connsiteY6" fmla="*/ 361124 h 6861482"/>
              <a:gd name="connsiteX7" fmla="*/ 839062 w 5463940"/>
              <a:gd name="connsiteY7" fmla="*/ 423850 h 6861482"/>
              <a:gd name="connsiteX8" fmla="*/ 804620 w 5463940"/>
              <a:gd name="connsiteY8" fmla="*/ 560313 h 6861482"/>
              <a:gd name="connsiteX9" fmla="*/ 736357 w 5463940"/>
              <a:gd name="connsiteY9" fmla="*/ 760897 h 6861482"/>
              <a:gd name="connsiteX10" fmla="*/ 701931 w 5463940"/>
              <a:gd name="connsiteY10" fmla="*/ 821285 h 6861482"/>
              <a:gd name="connsiteX11" fmla="*/ 730099 w 5463940"/>
              <a:gd name="connsiteY11" fmla="*/ 854014 h 6861482"/>
              <a:gd name="connsiteX12" fmla="*/ 828340 w 5463940"/>
              <a:gd name="connsiteY12" fmla="*/ 1080052 h 6861482"/>
              <a:gd name="connsiteX13" fmla="*/ 700490 w 5463940"/>
              <a:gd name="connsiteY13" fmla="*/ 1372761 h 6861482"/>
              <a:gd name="connsiteX14" fmla="*/ 632708 w 5463940"/>
              <a:gd name="connsiteY14" fmla="*/ 1466109 h 6861482"/>
              <a:gd name="connsiteX15" fmla="*/ 768641 w 5463940"/>
              <a:gd name="connsiteY15" fmla="*/ 1459414 h 6861482"/>
              <a:gd name="connsiteX16" fmla="*/ 819196 w 5463940"/>
              <a:gd name="connsiteY16" fmla="*/ 1556554 h 6861482"/>
              <a:gd name="connsiteX17" fmla="*/ 841602 w 5463940"/>
              <a:gd name="connsiteY17" fmla="*/ 1606217 h 6861482"/>
              <a:gd name="connsiteX18" fmla="*/ 979741 w 5463940"/>
              <a:gd name="connsiteY18" fmla="*/ 1914129 h 6861482"/>
              <a:gd name="connsiteX19" fmla="*/ 961586 w 5463940"/>
              <a:gd name="connsiteY19" fmla="*/ 2014028 h 6861482"/>
              <a:gd name="connsiteX20" fmla="*/ 763580 w 5463940"/>
              <a:gd name="connsiteY20" fmla="*/ 2524080 h 6861482"/>
              <a:gd name="connsiteX21" fmla="*/ 993601 w 5463940"/>
              <a:gd name="connsiteY21" fmla="*/ 2596949 h 6861482"/>
              <a:gd name="connsiteX22" fmla="*/ 1013917 w 5463940"/>
              <a:gd name="connsiteY22" fmla="*/ 2810127 h 6861482"/>
              <a:gd name="connsiteX23" fmla="*/ 1136989 w 5463940"/>
              <a:gd name="connsiteY23" fmla="*/ 3024678 h 6861482"/>
              <a:gd name="connsiteX24" fmla="*/ 1259967 w 5463940"/>
              <a:gd name="connsiteY24" fmla="*/ 3181568 h 6861482"/>
              <a:gd name="connsiteX25" fmla="*/ 1265794 w 5463940"/>
              <a:gd name="connsiteY25" fmla="*/ 3198166 h 6861482"/>
              <a:gd name="connsiteX26" fmla="*/ 1265717 w 5463940"/>
              <a:gd name="connsiteY26" fmla="*/ 3204655 h 6861482"/>
              <a:gd name="connsiteX27" fmla="*/ 1288242 w 5463940"/>
              <a:gd name="connsiteY27" fmla="*/ 3274732 h 6861482"/>
              <a:gd name="connsiteX28" fmla="*/ 1291297 w 5463940"/>
              <a:gd name="connsiteY28" fmla="*/ 3279721 h 6861482"/>
              <a:gd name="connsiteX29" fmla="*/ 1314272 w 5463940"/>
              <a:gd name="connsiteY29" fmla="*/ 3363918 h 6861482"/>
              <a:gd name="connsiteX30" fmla="*/ 1319860 w 5463940"/>
              <a:gd name="connsiteY30" fmla="*/ 3393684 h 6861482"/>
              <a:gd name="connsiteX31" fmla="*/ 1316519 w 5463940"/>
              <a:gd name="connsiteY31" fmla="*/ 3405686 h 6861482"/>
              <a:gd name="connsiteX32" fmla="*/ 1288529 w 5463940"/>
              <a:gd name="connsiteY32" fmla="*/ 3445525 h 6861482"/>
              <a:gd name="connsiteX33" fmla="*/ 1242782 w 5463940"/>
              <a:gd name="connsiteY33" fmla="*/ 3705028 h 6861482"/>
              <a:gd name="connsiteX34" fmla="*/ 1286485 w 5463940"/>
              <a:gd name="connsiteY34" fmla="*/ 3747325 h 6861482"/>
              <a:gd name="connsiteX35" fmla="*/ 1292276 w 5463940"/>
              <a:gd name="connsiteY35" fmla="*/ 3757935 h 6861482"/>
              <a:gd name="connsiteX36" fmla="*/ 1295640 w 5463940"/>
              <a:gd name="connsiteY36" fmla="*/ 3771718 h 6861482"/>
              <a:gd name="connsiteX37" fmla="*/ 1297165 w 5463940"/>
              <a:gd name="connsiteY37" fmla="*/ 3800021 h 6861482"/>
              <a:gd name="connsiteX38" fmla="*/ 1175354 w 5463940"/>
              <a:gd name="connsiteY38" fmla="*/ 3860429 h 6861482"/>
              <a:gd name="connsiteX39" fmla="*/ 1307283 w 5463940"/>
              <a:gd name="connsiteY39" fmla="*/ 4017890 h 6861482"/>
              <a:gd name="connsiteX40" fmla="*/ 1296662 w 5463940"/>
              <a:gd name="connsiteY40" fmla="*/ 4042035 h 6861482"/>
              <a:gd name="connsiteX41" fmla="*/ 1272882 w 5463940"/>
              <a:gd name="connsiteY41" fmla="*/ 4153970 h 6861482"/>
              <a:gd name="connsiteX42" fmla="*/ 1262688 w 5463940"/>
              <a:gd name="connsiteY42" fmla="*/ 4216187 h 6861482"/>
              <a:gd name="connsiteX43" fmla="*/ 1264417 w 5463940"/>
              <a:gd name="connsiteY43" fmla="*/ 4216187 h 6861482"/>
              <a:gd name="connsiteX44" fmla="*/ 1262699 w 5463940"/>
              <a:gd name="connsiteY44" fmla="*/ 4228245 h 6861482"/>
              <a:gd name="connsiteX45" fmla="*/ 1261091 w 5463940"/>
              <a:gd name="connsiteY45" fmla="*/ 4239616 h 6861482"/>
              <a:gd name="connsiteX46" fmla="*/ 1260815 w 5463940"/>
              <a:gd name="connsiteY46" fmla="*/ 4241609 h 6861482"/>
              <a:gd name="connsiteX47" fmla="*/ 1260967 w 5463940"/>
              <a:gd name="connsiteY47" fmla="*/ 4240495 h 6861482"/>
              <a:gd name="connsiteX48" fmla="*/ 1261091 w 5463940"/>
              <a:gd name="connsiteY48" fmla="*/ 4239616 h 6861482"/>
              <a:gd name="connsiteX49" fmla="*/ 1261469 w 5463940"/>
              <a:gd name="connsiteY49" fmla="*/ 4236887 h 6861482"/>
              <a:gd name="connsiteX50" fmla="*/ 1256626 w 5463940"/>
              <a:gd name="connsiteY50" fmla="*/ 4265601 h 6861482"/>
              <a:gd name="connsiteX51" fmla="*/ 1248755 w 5463940"/>
              <a:gd name="connsiteY51" fmla="*/ 4319440 h 6861482"/>
              <a:gd name="connsiteX52" fmla="*/ 1247265 w 5463940"/>
              <a:gd name="connsiteY52" fmla="*/ 4327380 h 6861482"/>
              <a:gd name="connsiteX53" fmla="*/ 1237396 w 5463940"/>
              <a:gd name="connsiteY53" fmla="*/ 4327380 h 6861482"/>
              <a:gd name="connsiteX54" fmla="*/ 1217455 w 5463940"/>
              <a:gd name="connsiteY54" fmla="*/ 4371063 h 6861482"/>
              <a:gd name="connsiteX55" fmla="*/ 1141096 w 5463940"/>
              <a:gd name="connsiteY55" fmla="*/ 4440302 h 6861482"/>
              <a:gd name="connsiteX56" fmla="*/ 987553 w 5463940"/>
              <a:gd name="connsiteY56" fmla="*/ 4640688 h 6861482"/>
              <a:gd name="connsiteX57" fmla="*/ 649254 w 5463940"/>
              <a:gd name="connsiteY57" fmla="*/ 5463560 h 6861482"/>
              <a:gd name="connsiteX58" fmla="*/ 542839 w 5463940"/>
              <a:gd name="connsiteY58" fmla="*/ 5729320 h 6861482"/>
              <a:gd name="connsiteX59" fmla="*/ 629662 w 5463940"/>
              <a:gd name="connsiteY59" fmla="*/ 5793573 h 6861482"/>
              <a:gd name="connsiteX60" fmla="*/ 476494 w 5463940"/>
              <a:gd name="connsiteY60" fmla="*/ 6082357 h 6861482"/>
              <a:gd name="connsiteX61" fmla="*/ 295356 w 5463940"/>
              <a:gd name="connsiteY61" fmla="*/ 6405892 h 6861482"/>
              <a:gd name="connsiteX62" fmla="*/ 21866 w 5463940"/>
              <a:gd name="connsiteY62" fmla="*/ 6831011 h 6861482"/>
              <a:gd name="connsiteX63" fmla="*/ 0 w 5463940"/>
              <a:gd name="connsiteY63" fmla="*/ 6861482 h 6861482"/>
              <a:gd name="connsiteX64" fmla="*/ 5463940 w 5463940"/>
              <a:gd name="connsiteY64" fmla="*/ 6861482 h 686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463940" h="6861482">
                <a:moveTo>
                  <a:pt x="5463940" y="0"/>
                </a:moveTo>
                <a:lnTo>
                  <a:pt x="792388" y="0"/>
                </a:lnTo>
                <a:lnTo>
                  <a:pt x="807288" y="23688"/>
                </a:lnTo>
                <a:cubicBezTo>
                  <a:pt x="818348" y="36363"/>
                  <a:pt x="831351" y="46345"/>
                  <a:pt x="847167" y="52392"/>
                </a:cubicBezTo>
                <a:cubicBezTo>
                  <a:pt x="862365" y="58007"/>
                  <a:pt x="867376" y="78523"/>
                  <a:pt x="861906" y="104693"/>
                </a:cubicBezTo>
                <a:cubicBezTo>
                  <a:pt x="843817" y="191375"/>
                  <a:pt x="858534" y="258432"/>
                  <a:pt x="891809" y="314763"/>
                </a:cubicBezTo>
                <a:cubicBezTo>
                  <a:pt x="903576" y="334407"/>
                  <a:pt x="899159" y="347903"/>
                  <a:pt x="883105" y="361124"/>
                </a:cubicBezTo>
                <a:cubicBezTo>
                  <a:pt x="864669" y="375704"/>
                  <a:pt x="850327" y="397046"/>
                  <a:pt x="839062" y="423850"/>
                </a:cubicBezTo>
                <a:cubicBezTo>
                  <a:pt x="820568" y="467166"/>
                  <a:pt x="811859" y="513531"/>
                  <a:pt x="804620" y="560313"/>
                </a:cubicBezTo>
                <a:cubicBezTo>
                  <a:pt x="793378" y="633687"/>
                  <a:pt x="780112" y="704450"/>
                  <a:pt x="736357" y="760897"/>
                </a:cubicBezTo>
                <a:cubicBezTo>
                  <a:pt x="723332" y="778040"/>
                  <a:pt x="712885" y="799992"/>
                  <a:pt x="701931" y="821285"/>
                </a:cubicBezTo>
                <a:cubicBezTo>
                  <a:pt x="705425" y="839840"/>
                  <a:pt x="714063" y="852486"/>
                  <a:pt x="730099" y="854014"/>
                </a:cubicBezTo>
                <a:cubicBezTo>
                  <a:pt x="832163" y="864105"/>
                  <a:pt x="827638" y="966113"/>
                  <a:pt x="828340" y="1080052"/>
                </a:cubicBezTo>
                <a:cubicBezTo>
                  <a:pt x="829412" y="1221065"/>
                  <a:pt x="771840" y="1300280"/>
                  <a:pt x="700490" y="1372761"/>
                </a:cubicBezTo>
                <a:cubicBezTo>
                  <a:pt x="676074" y="1397333"/>
                  <a:pt x="640472" y="1405223"/>
                  <a:pt x="632708" y="1466109"/>
                </a:cubicBezTo>
                <a:cubicBezTo>
                  <a:pt x="675330" y="1511622"/>
                  <a:pt x="723920" y="1454776"/>
                  <a:pt x="768641" y="1459414"/>
                </a:cubicBezTo>
                <a:cubicBezTo>
                  <a:pt x="805594" y="1463610"/>
                  <a:pt x="865476" y="1442049"/>
                  <a:pt x="819196" y="1556554"/>
                </a:cubicBezTo>
                <a:cubicBezTo>
                  <a:pt x="805723" y="1590108"/>
                  <a:pt x="823233" y="1607581"/>
                  <a:pt x="841602" y="1606217"/>
                </a:cubicBezTo>
                <a:cubicBezTo>
                  <a:pt x="990393" y="1592503"/>
                  <a:pt x="928704" y="1817105"/>
                  <a:pt x="979741" y="1914129"/>
                </a:cubicBezTo>
                <a:cubicBezTo>
                  <a:pt x="994130" y="1940125"/>
                  <a:pt x="981845" y="1995898"/>
                  <a:pt x="961586" y="2014028"/>
                </a:cubicBezTo>
                <a:cubicBezTo>
                  <a:pt x="833010" y="2130710"/>
                  <a:pt x="821559" y="2335317"/>
                  <a:pt x="763580" y="2524080"/>
                </a:cubicBezTo>
                <a:cubicBezTo>
                  <a:pt x="834503" y="2575904"/>
                  <a:pt x="917665" y="2570407"/>
                  <a:pt x="993601" y="2596949"/>
                </a:cubicBezTo>
                <a:cubicBezTo>
                  <a:pt x="1072474" y="2624324"/>
                  <a:pt x="1073570" y="2658988"/>
                  <a:pt x="1013917" y="2810127"/>
                </a:cubicBezTo>
                <a:cubicBezTo>
                  <a:pt x="1181198" y="2798901"/>
                  <a:pt x="1181198" y="2798901"/>
                  <a:pt x="1136989" y="3024678"/>
                </a:cubicBezTo>
                <a:cubicBezTo>
                  <a:pt x="1180902" y="3020054"/>
                  <a:pt x="1224298" y="3088781"/>
                  <a:pt x="1259967" y="3181568"/>
                </a:cubicBezTo>
                <a:lnTo>
                  <a:pt x="1265794" y="3198166"/>
                </a:lnTo>
                <a:lnTo>
                  <a:pt x="1265717" y="3204655"/>
                </a:lnTo>
                <a:cubicBezTo>
                  <a:pt x="1268733" y="3236251"/>
                  <a:pt x="1277862" y="3256804"/>
                  <a:pt x="1288242" y="3274732"/>
                </a:cubicBezTo>
                <a:lnTo>
                  <a:pt x="1291297" y="3279721"/>
                </a:lnTo>
                <a:lnTo>
                  <a:pt x="1314272" y="3363918"/>
                </a:lnTo>
                <a:lnTo>
                  <a:pt x="1319860" y="3393684"/>
                </a:lnTo>
                <a:lnTo>
                  <a:pt x="1316519" y="3405686"/>
                </a:lnTo>
                <a:cubicBezTo>
                  <a:pt x="1310372" y="3418102"/>
                  <a:pt x="1301211" y="3431228"/>
                  <a:pt x="1288529" y="3445525"/>
                </a:cubicBezTo>
                <a:cubicBezTo>
                  <a:pt x="1161348" y="3588143"/>
                  <a:pt x="1146805" y="3608961"/>
                  <a:pt x="1242782" y="3705028"/>
                </a:cubicBezTo>
                <a:lnTo>
                  <a:pt x="1286485" y="3747325"/>
                </a:lnTo>
                <a:lnTo>
                  <a:pt x="1292276" y="3757935"/>
                </a:lnTo>
                <a:lnTo>
                  <a:pt x="1295640" y="3771718"/>
                </a:lnTo>
                <a:cubicBezTo>
                  <a:pt x="1296144" y="3781009"/>
                  <a:pt x="1296074" y="3791627"/>
                  <a:pt x="1297165" y="3800021"/>
                </a:cubicBezTo>
                <a:cubicBezTo>
                  <a:pt x="1261584" y="3834526"/>
                  <a:pt x="1216509" y="3777846"/>
                  <a:pt x="1175354" y="3860429"/>
                </a:cubicBezTo>
                <a:lnTo>
                  <a:pt x="1307283" y="4017890"/>
                </a:lnTo>
                <a:lnTo>
                  <a:pt x="1296662" y="4042035"/>
                </a:lnTo>
                <a:cubicBezTo>
                  <a:pt x="1285446" y="4076730"/>
                  <a:pt x="1278762" y="4115040"/>
                  <a:pt x="1272882" y="4153970"/>
                </a:cubicBezTo>
                <a:lnTo>
                  <a:pt x="1262688" y="4216187"/>
                </a:lnTo>
                <a:lnTo>
                  <a:pt x="1264417" y="4216187"/>
                </a:lnTo>
                <a:lnTo>
                  <a:pt x="1262699" y="4228245"/>
                </a:lnTo>
                <a:lnTo>
                  <a:pt x="1261091" y="4239616"/>
                </a:lnTo>
                <a:lnTo>
                  <a:pt x="1260815" y="4241609"/>
                </a:lnTo>
                <a:cubicBezTo>
                  <a:pt x="1260689" y="4242505"/>
                  <a:pt x="1260696" y="4242428"/>
                  <a:pt x="1260967" y="4240495"/>
                </a:cubicBezTo>
                <a:lnTo>
                  <a:pt x="1261091" y="4239616"/>
                </a:lnTo>
                <a:lnTo>
                  <a:pt x="1261469" y="4236887"/>
                </a:lnTo>
                <a:cubicBezTo>
                  <a:pt x="1262532" y="4229054"/>
                  <a:pt x="1263675" y="4219786"/>
                  <a:pt x="1256626" y="4265601"/>
                </a:cubicBezTo>
                <a:cubicBezTo>
                  <a:pt x="1256291" y="4267782"/>
                  <a:pt x="1251762" y="4300784"/>
                  <a:pt x="1248755" y="4319440"/>
                </a:cubicBezTo>
                <a:lnTo>
                  <a:pt x="1247265" y="4327380"/>
                </a:lnTo>
                <a:lnTo>
                  <a:pt x="1237396" y="4327380"/>
                </a:lnTo>
                <a:lnTo>
                  <a:pt x="1217455" y="4371063"/>
                </a:lnTo>
                <a:cubicBezTo>
                  <a:pt x="1199891" y="4400506"/>
                  <a:pt x="1175680" y="4424583"/>
                  <a:pt x="1141096" y="4440302"/>
                </a:cubicBezTo>
                <a:cubicBezTo>
                  <a:pt x="1069946" y="4473150"/>
                  <a:pt x="1038303" y="4575550"/>
                  <a:pt x="987553" y="4640688"/>
                </a:cubicBezTo>
                <a:cubicBezTo>
                  <a:pt x="810580" y="4866180"/>
                  <a:pt x="695846" y="5129308"/>
                  <a:pt x="649254" y="5463560"/>
                </a:cubicBezTo>
                <a:cubicBezTo>
                  <a:pt x="636193" y="5556007"/>
                  <a:pt x="578841" y="5642157"/>
                  <a:pt x="542839" y="5729320"/>
                </a:cubicBezTo>
                <a:cubicBezTo>
                  <a:pt x="563420" y="5782527"/>
                  <a:pt x="660486" y="5634705"/>
                  <a:pt x="629662" y="5793573"/>
                </a:cubicBezTo>
                <a:cubicBezTo>
                  <a:pt x="606320" y="5913360"/>
                  <a:pt x="539304" y="6000311"/>
                  <a:pt x="476494" y="6082357"/>
                </a:cubicBezTo>
                <a:cubicBezTo>
                  <a:pt x="404358" y="6175982"/>
                  <a:pt x="324070" y="6256850"/>
                  <a:pt x="295356" y="6405892"/>
                </a:cubicBezTo>
                <a:cubicBezTo>
                  <a:pt x="293791" y="6413841"/>
                  <a:pt x="198424" y="6580901"/>
                  <a:pt x="21866" y="6831011"/>
                </a:cubicBezTo>
                <a:lnTo>
                  <a:pt x="0" y="6861482"/>
                </a:lnTo>
                <a:lnTo>
                  <a:pt x="5463940" y="686148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F37B2C-4275-6D6D-C987-9B22B04BE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3200400" cy="543137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SignalR with WebSocket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ADD266-AC63-A11C-411D-F28D7FAAF3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2746947"/>
              </p:ext>
            </p:extLst>
          </p:nvPr>
        </p:nvGraphicFramePr>
        <p:xfrm>
          <a:off x="5550568" y="713312"/>
          <a:ext cx="5803231" cy="5494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57296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F36526D-0F1F-46DD-8DDC-385EF7FFF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926ABA4-C8CE-4D75-AC96-BAC602AFF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482"/>
            <a:ext cx="5463940" cy="6861482"/>
          </a:xfrm>
          <a:custGeom>
            <a:avLst/>
            <a:gdLst>
              <a:gd name="connsiteX0" fmla="*/ 5463940 w 5463940"/>
              <a:gd name="connsiteY0" fmla="*/ 0 h 6861482"/>
              <a:gd name="connsiteX1" fmla="*/ 792388 w 5463940"/>
              <a:gd name="connsiteY1" fmla="*/ 0 h 6861482"/>
              <a:gd name="connsiteX2" fmla="*/ 807288 w 5463940"/>
              <a:gd name="connsiteY2" fmla="*/ 23688 h 6861482"/>
              <a:gd name="connsiteX3" fmla="*/ 847167 w 5463940"/>
              <a:gd name="connsiteY3" fmla="*/ 52392 h 6861482"/>
              <a:gd name="connsiteX4" fmla="*/ 861906 w 5463940"/>
              <a:gd name="connsiteY4" fmla="*/ 104693 h 6861482"/>
              <a:gd name="connsiteX5" fmla="*/ 891809 w 5463940"/>
              <a:gd name="connsiteY5" fmla="*/ 314763 h 6861482"/>
              <a:gd name="connsiteX6" fmla="*/ 883105 w 5463940"/>
              <a:gd name="connsiteY6" fmla="*/ 361124 h 6861482"/>
              <a:gd name="connsiteX7" fmla="*/ 839062 w 5463940"/>
              <a:gd name="connsiteY7" fmla="*/ 423850 h 6861482"/>
              <a:gd name="connsiteX8" fmla="*/ 804620 w 5463940"/>
              <a:gd name="connsiteY8" fmla="*/ 560313 h 6861482"/>
              <a:gd name="connsiteX9" fmla="*/ 736357 w 5463940"/>
              <a:gd name="connsiteY9" fmla="*/ 760897 h 6861482"/>
              <a:gd name="connsiteX10" fmla="*/ 701931 w 5463940"/>
              <a:gd name="connsiteY10" fmla="*/ 821285 h 6861482"/>
              <a:gd name="connsiteX11" fmla="*/ 730099 w 5463940"/>
              <a:gd name="connsiteY11" fmla="*/ 854014 h 6861482"/>
              <a:gd name="connsiteX12" fmla="*/ 828340 w 5463940"/>
              <a:gd name="connsiteY12" fmla="*/ 1080052 h 6861482"/>
              <a:gd name="connsiteX13" fmla="*/ 700490 w 5463940"/>
              <a:gd name="connsiteY13" fmla="*/ 1372761 h 6861482"/>
              <a:gd name="connsiteX14" fmla="*/ 632708 w 5463940"/>
              <a:gd name="connsiteY14" fmla="*/ 1466109 h 6861482"/>
              <a:gd name="connsiteX15" fmla="*/ 768641 w 5463940"/>
              <a:gd name="connsiteY15" fmla="*/ 1459414 h 6861482"/>
              <a:gd name="connsiteX16" fmla="*/ 819196 w 5463940"/>
              <a:gd name="connsiteY16" fmla="*/ 1556554 h 6861482"/>
              <a:gd name="connsiteX17" fmla="*/ 841602 w 5463940"/>
              <a:gd name="connsiteY17" fmla="*/ 1606217 h 6861482"/>
              <a:gd name="connsiteX18" fmla="*/ 979741 w 5463940"/>
              <a:gd name="connsiteY18" fmla="*/ 1914129 h 6861482"/>
              <a:gd name="connsiteX19" fmla="*/ 961586 w 5463940"/>
              <a:gd name="connsiteY19" fmla="*/ 2014028 h 6861482"/>
              <a:gd name="connsiteX20" fmla="*/ 763580 w 5463940"/>
              <a:gd name="connsiteY20" fmla="*/ 2524080 h 6861482"/>
              <a:gd name="connsiteX21" fmla="*/ 993601 w 5463940"/>
              <a:gd name="connsiteY21" fmla="*/ 2596949 h 6861482"/>
              <a:gd name="connsiteX22" fmla="*/ 1013917 w 5463940"/>
              <a:gd name="connsiteY22" fmla="*/ 2810127 h 6861482"/>
              <a:gd name="connsiteX23" fmla="*/ 1136989 w 5463940"/>
              <a:gd name="connsiteY23" fmla="*/ 3024678 h 6861482"/>
              <a:gd name="connsiteX24" fmla="*/ 1259967 w 5463940"/>
              <a:gd name="connsiteY24" fmla="*/ 3181568 h 6861482"/>
              <a:gd name="connsiteX25" fmla="*/ 1265794 w 5463940"/>
              <a:gd name="connsiteY25" fmla="*/ 3198166 h 6861482"/>
              <a:gd name="connsiteX26" fmla="*/ 1265717 w 5463940"/>
              <a:gd name="connsiteY26" fmla="*/ 3204655 h 6861482"/>
              <a:gd name="connsiteX27" fmla="*/ 1288242 w 5463940"/>
              <a:gd name="connsiteY27" fmla="*/ 3274732 h 6861482"/>
              <a:gd name="connsiteX28" fmla="*/ 1291297 w 5463940"/>
              <a:gd name="connsiteY28" fmla="*/ 3279721 h 6861482"/>
              <a:gd name="connsiteX29" fmla="*/ 1314272 w 5463940"/>
              <a:gd name="connsiteY29" fmla="*/ 3363918 h 6861482"/>
              <a:gd name="connsiteX30" fmla="*/ 1319860 w 5463940"/>
              <a:gd name="connsiteY30" fmla="*/ 3393684 h 6861482"/>
              <a:gd name="connsiteX31" fmla="*/ 1316519 w 5463940"/>
              <a:gd name="connsiteY31" fmla="*/ 3405686 h 6861482"/>
              <a:gd name="connsiteX32" fmla="*/ 1288529 w 5463940"/>
              <a:gd name="connsiteY32" fmla="*/ 3445525 h 6861482"/>
              <a:gd name="connsiteX33" fmla="*/ 1242782 w 5463940"/>
              <a:gd name="connsiteY33" fmla="*/ 3705028 h 6861482"/>
              <a:gd name="connsiteX34" fmla="*/ 1286485 w 5463940"/>
              <a:gd name="connsiteY34" fmla="*/ 3747325 h 6861482"/>
              <a:gd name="connsiteX35" fmla="*/ 1292276 w 5463940"/>
              <a:gd name="connsiteY35" fmla="*/ 3757935 h 6861482"/>
              <a:gd name="connsiteX36" fmla="*/ 1295640 w 5463940"/>
              <a:gd name="connsiteY36" fmla="*/ 3771718 h 6861482"/>
              <a:gd name="connsiteX37" fmla="*/ 1297165 w 5463940"/>
              <a:gd name="connsiteY37" fmla="*/ 3800021 h 6861482"/>
              <a:gd name="connsiteX38" fmla="*/ 1175354 w 5463940"/>
              <a:gd name="connsiteY38" fmla="*/ 3860429 h 6861482"/>
              <a:gd name="connsiteX39" fmla="*/ 1307283 w 5463940"/>
              <a:gd name="connsiteY39" fmla="*/ 4017890 h 6861482"/>
              <a:gd name="connsiteX40" fmla="*/ 1296662 w 5463940"/>
              <a:gd name="connsiteY40" fmla="*/ 4042035 h 6861482"/>
              <a:gd name="connsiteX41" fmla="*/ 1272882 w 5463940"/>
              <a:gd name="connsiteY41" fmla="*/ 4153970 h 6861482"/>
              <a:gd name="connsiteX42" fmla="*/ 1262688 w 5463940"/>
              <a:gd name="connsiteY42" fmla="*/ 4216187 h 6861482"/>
              <a:gd name="connsiteX43" fmla="*/ 1264417 w 5463940"/>
              <a:gd name="connsiteY43" fmla="*/ 4216187 h 6861482"/>
              <a:gd name="connsiteX44" fmla="*/ 1262699 w 5463940"/>
              <a:gd name="connsiteY44" fmla="*/ 4228245 h 6861482"/>
              <a:gd name="connsiteX45" fmla="*/ 1261091 w 5463940"/>
              <a:gd name="connsiteY45" fmla="*/ 4239616 h 6861482"/>
              <a:gd name="connsiteX46" fmla="*/ 1260815 w 5463940"/>
              <a:gd name="connsiteY46" fmla="*/ 4241609 h 6861482"/>
              <a:gd name="connsiteX47" fmla="*/ 1260967 w 5463940"/>
              <a:gd name="connsiteY47" fmla="*/ 4240495 h 6861482"/>
              <a:gd name="connsiteX48" fmla="*/ 1261091 w 5463940"/>
              <a:gd name="connsiteY48" fmla="*/ 4239616 h 6861482"/>
              <a:gd name="connsiteX49" fmla="*/ 1261469 w 5463940"/>
              <a:gd name="connsiteY49" fmla="*/ 4236887 h 6861482"/>
              <a:gd name="connsiteX50" fmla="*/ 1256626 w 5463940"/>
              <a:gd name="connsiteY50" fmla="*/ 4265601 h 6861482"/>
              <a:gd name="connsiteX51" fmla="*/ 1248755 w 5463940"/>
              <a:gd name="connsiteY51" fmla="*/ 4319440 h 6861482"/>
              <a:gd name="connsiteX52" fmla="*/ 1247265 w 5463940"/>
              <a:gd name="connsiteY52" fmla="*/ 4327380 h 6861482"/>
              <a:gd name="connsiteX53" fmla="*/ 1237396 w 5463940"/>
              <a:gd name="connsiteY53" fmla="*/ 4327380 h 6861482"/>
              <a:gd name="connsiteX54" fmla="*/ 1217455 w 5463940"/>
              <a:gd name="connsiteY54" fmla="*/ 4371063 h 6861482"/>
              <a:gd name="connsiteX55" fmla="*/ 1141096 w 5463940"/>
              <a:gd name="connsiteY55" fmla="*/ 4440302 h 6861482"/>
              <a:gd name="connsiteX56" fmla="*/ 987553 w 5463940"/>
              <a:gd name="connsiteY56" fmla="*/ 4640688 h 6861482"/>
              <a:gd name="connsiteX57" fmla="*/ 649254 w 5463940"/>
              <a:gd name="connsiteY57" fmla="*/ 5463560 h 6861482"/>
              <a:gd name="connsiteX58" fmla="*/ 542839 w 5463940"/>
              <a:gd name="connsiteY58" fmla="*/ 5729320 h 6861482"/>
              <a:gd name="connsiteX59" fmla="*/ 629662 w 5463940"/>
              <a:gd name="connsiteY59" fmla="*/ 5793573 h 6861482"/>
              <a:gd name="connsiteX60" fmla="*/ 476494 w 5463940"/>
              <a:gd name="connsiteY60" fmla="*/ 6082357 h 6861482"/>
              <a:gd name="connsiteX61" fmla="*/ 295356 w 5463940"/>
              <a:gd name="connsiteY61" fmla="*/ 6405892 h 6861482"/>
              <a:gd name="connsiteX62" fmla="*/ 21866 w 5463940"/>
              <a:gd name="connsiteY62" fmla="*/ 6831011 h 6861482"/>
              <a:gd name="connsiteX63" fmla="*/ 0 w 5463940"/>
              <a:gd name="connsiteY63" fmla="*/ 6861482 h 6861482"/>
              <a:gd name="connsiteX64" fmla="*/ 5463940 w 5463940"/>
              <a:gd name="connsiteY64" fmla="*/ 6861482 h 686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463940" h="6861482">
                <a:moveTo>
                  <a:pt x="5463940" y="0"/>
                </a:moveTo>
                <a:lnTo>
                  <a:pt x="792388" y="0"/>
                </a:lnTo>
                <a:lnTo>
                  <a:pt x="807288" y="23688"/>
                </a:lnTo>
                <a:cubicBezTo>
                  <a:pt x="818348" y="36363"/>
                  <a:pt x="831351" y="46345"/>
                  <a:pt x="847167" y="52392"/>
                </a:cubicBezTo>
                <a:cubicBezTo>
                  <a:pt x="862365" y="58007"/>
                  <a:pt x="867376" y="78523"/>
                  <a:pt x="861906" y="104693"/>
                </a:cubicBezTo>
                <a:cubicBezTo>
                  <a:pt x="843817" y="191375"/>
                  <a:pt x="858534" y="258432"/>
                  <a:pt x="891809" y="314763"/>
                </a:cubicBezTo>
                <a:cubicBezTo>
                  <a:pt x="903576" y="334407"/>
                  <a:pt x="899159" y="347903"/>
                  <a:pt x="883105" y="361124"/>
                </a:cubicBezTo>
                <a:cubicBezTo>
                  <a:pt x="864669" y="375704"/>
                  <a:pt x="850327" y="397046"/>
                  <a:pt x="839062" y="423850"/>
                </a:cubicBezTo>
                <a:cubicBezTo>
                  <a:pt x="820568" y="467166"/>
                  <a:pt x="811859" y="513531"/>
                  <a:pt x="804620" y="560313"/>
                </a:cubicBezTo>
                <a:cubicBezTo>
                  <a:pt x="793378" y="633687"/>
                  <a:pt x="780112" y="704450"/>
                  <a:pt x="736357" y="760897"/>
                </a:cubicBezTo>
                <a:cubicBezTo>
                  <a:pt x="723332" y="778040"/>
                  <a:pt x="712885" y="799992"/>
                  <a:pt x="701931" y="821285"/>
                </a:cubicBezTo>
                <a:cubicBezTo>
                  <a:pt x="705425" y="839840"/>
                  <a:pt x="714063" y="852486"/>
                  <a:pt x="730099" y="854014"/>
                </a:cubicBezTo>
                <a:cubicBezTo>
                  <a:pt x="832163" y="864105"/>
                  <a:pt x="827638" y="966113"/>
                  <a:pt x="828340" y="1080052"/>
                </a:cubicBezTo>
                <a:cubicBezTo>
                  <a:pt x="829412" y="1221065"/>
                  <a:pt x="771840" y="1300280"/>
                  <a:pt x="700490" y="1372761"/>
                </a:cubicBezTo>
                <a:cubicBezTo>
                  <a:pt x="676074" y="1397333"/>
                  <a:pt x="640472" y="1405223"/>
                  <a:pt x="632708" y="1466109"/>
                </a:cubicBezTo>
                <a:cubicBezTo>
                  <a:pt x="675330" y="1511622"/>
                  <a:pt x="723920" y="1454776"/>
                  <a:pt x="768641" y="1459414"/>
                </a:cubicBezTo>
                <a:cubicBezTo>
                  <a:pt x="805594" y="1463610"/>
                  <a:pt x="865476" y="1442049"/>
                  <a:pt x="819196" y="1556554"/>
                </a:cubicBezTo>
                <a:cubicBezTo>
                  <a:pt x="805723" y="1590108"/>
                  <a:pt x="823233" y="1607581"/>
                  <a:pt x="841602" y="1606217"/>
                </a:cubicBezTo>
                <a:cubicBezTo>
                  <a:pt x="990393" y="1592503"/>
                  <a:pt x="928704" y="1817105"/>
                  <a:pt x="979741" y="1914129"/>
                </a:cubicBezTo>
                <a:cubicBezTo>
                  <a:pt x="994130" y="1940125"/>
                  <a:pt x="981845" y="1995898"/>
                  <a:pt x="961586" y="2014028"/>
                </a:cubicBezTo>
                <a:cubicBezTo>
                  <a:pt x="833010" y="2130710"/>
                  <a:pt x="821559" y="2335317"/>
                  <a:pt x="763580" y="2524080"/>
                </a:cubicBezTo>
                <a:cubicBezTo>
                  <a:pt x="834503" y="2575904"/>
                  <a:pt x="917665" y="2570407"/>
                  <a:pt x="993601" y="2596949"/>
                </a:cubicBezTo>
                <a:cubicBezTo>
                  <a:pt x="1072474" y="2624324"/>
                  <a:pt x="1073570" y="2658988"/>
                  <a:pt x="1013917" y="2810127"/>
                </a:cubicBezTo>
                <a:cubicBezTo>
                  <a:pt x="1181198" y="2798901"/>
                  <a:pt x="1181198" y="2798901"/>
                  <a:pt x="1136989" y="3024678"/>
                </a:cubicBezTo>
                <a:cubicBezTo>
                  <a:pt x="1180902" y="3020054"/>
                  <a:pt x="1224298" y="3088781"/>
                  <a:pt x="1259967" y="3181568"/>
                </a:cubicBezTo>
                <a:lnTo>
                  <a:pt x="1265794" y="3198166"/>
                </a:lnTo>
                <a:lnTo>
                  <a:pt x="1265717" y="3204655"/>
                </a:lnTo>
                <a:cubicBezTo>
                  <a:pt x="1268733" y="3236251"/>
                  <a:pt x="1277862" y="3256804"/>
                  <a:pt x="1288242" y="3274732"/>
                </a:cubicBezTo>
                <a:lnTo>
                  <a:pt x="1291297" y="3279721"/>
                </a:lnTo>
                <a:lnTo>
                  <a:pt x="1314272" y="3363918"/>
                </a:lnTo>
                <a:lnTo>
                  <a:pt x="1319860" y="3393684"/>
                </a:lnTo>
                <a:lnTo>
                  <a:pt x="1316519" y="3405686"/>
                </a:lnTo>
                <a:cubicBezTo>
                  <a:pt x="1310372" y="3418102"/>
                  <a:pt x="1301211" y="3431228"/>
                  <a:pt x="1288529" y="3445525"/>
                </a:cubicBezTo>
                <a:cubicBezTo>
                  <a:pt x="1161348" y="3588143"/>
                  <a:pt x="1146805" y="3608961"/>
                  <a:pt x="1242782" y="3705028"/>
                </a:cubicBezTo>
                <a:lnTo>
                  <a:pt x="1286485" y="3747325"/>
                </a:lnTo>
                <a:lnTo>
                  <a:pt x="1292276" y="3757935"/>
                </a:lnTo>
                <a:lnTo>
                  <a:pt x="1295640" y="3771718"/>
                </a:lnTo>
                <a:cubicBezTo>
                  <a:pt x="1296144" y="3781009"/>
                  <a:pt x="1296074" y="3791627"/>
                  <a:pt x="1297165" y="3800021"/>
                </a:cubicBezTo>
                <a:cubicBezTo>
                  <a:pt x="1261584" y="3834526"/>
                  <a:pt x="1216509" y="3777846"/>
                  <a:pt x="1175354" y="3860429"/>
                </a:cubicBezTo>
                <a:lnTo>
                  <a:pt x="1307283" y="4017890"/>
                </a:lnTo>
                <a:lnTo>
                  <a:pt x="1296662" y="4042035"/>
                </a:lnTo>
                <a:cubicBezTo>
                  <a:pt x="1285446" y="4076730"/>
                  <a:pt x="1278762" y="4115040"/>
                  <a:pt x="1272882" y="4153970"/>
                </a:cubicBezTo>
                <a:lnTo>
                  <a:pt x="1262688" y="4216187"/>
                </a:lnTo>
                <a:lnTo>
                  <a:pt x="1264417" y="4216187"/>
                </a:lnTo>
                <a:lnTo>
                  <a:pt x="1262699" y="4228245"/>
                </a:lnTo>
                <a:lnTo>
                  <a:pt x="1261091" y="4239616"/>
                </a:lnTo>
                <a:lnTo>
                  <a:pt x="1260815" y="4241609"/>
                </a:lnTo>
                <a:cubicBezTo>
                  <a:pt x="1260689" y="4242505"/>
                  <a:pt x="1260696" y="4242428"/>
                  <a:pt x="1260967" y="4240495"/>
                </a:cubicBezTo>
                <a:lnTo>
                  <a:pt x="1261091" y="4239616"/>
                </a:lnTo>
                <a:lnTo>
                  <a:pt x="1261469" y="4236887"/>
                </a:lnTo>
                <a:cubicBezTo>
                  <a:pt x="1262532" y="4229054"/>
                  <a:pt x="1263675" y="4219786"/>
                  <a:pt x="1256626" y="4265601"/>
                </a:cubicBezTo>
                <a:cubicBezTo>
                  <a:pt x="1256291" y="4267782"/>
                  <a:pt x="1251762" y="4300784"/>
                  <a:pt x="1248755" y="4319440"/>
                </a:cubicBezTo>
                <a:lnTo>
                  <a:pt x="1247265" y="4327380"/>
                </a:lnTo>
                <a:lnTo>
                  <a:pt x="1237396" y="4327380"/>
                </a:lnTo>
                <a:lnTo>
                  <a:pt x="1217455" y="4371063"/>
                </a:lnTo>
                <a:cubicBezTo>
                  <a:pt x="1199891" y="4400506"/>
                  <a:pt x="1175680" y="4424583"/>
                  <a:pt x="1141096" y="4440302"/>
                </a:cubicBezTo>
                <a:cubicBezTo>
                  <a:pt x="1069946" y="4473150"/>
                  <a:pt x="1038303" y="4575550"/>
                  <a:pt x="987553" y="4640688"/>
                </a:cubicBezTo>
                <a:cubicBezTo>
                  <a:pt x="810580" y="4866180"/>
                  <a:pt x="695846" y="5129308"/>
                  <a:pt x="649254" y="5463560"/>
                </a:cubicBezTo>
                <a:cubicBezTo>
                  <a:pt x="636193" y="5556007"/>
                  <a:pt x="578841" y="5642157"/>
                  <a:pt x="542839" y="5729320"/>
                </a:cubicBezTo>
                <a:cubicBezTo>
                  <a:pt x="563420" y="5782527"/>
                  <a:pt x="660486" y="5634705"/>
                  <a:pt x="629662" y="5793573"/>
                </a:cubicBezTo>
                <a:cubicBezTo>
                  <a:pt x="606320" y="5913360"/>
                  <a:pt x="539304" y="6000311"/>
                  <a:pt x="476494" y="6082357"/>
                </a:cubicBezTo>
                <a:cubicBezTo>
                  <a:pt x="404358" y="6175982"/>
                  <a:pt x="324070" y="6256850"/>
                  <a:pt x="295356" y="6405892"/>
                </a:cubicBezTo>
                <a:cubicBezTo>
                  <a:pt x="293791" y="6413841"/>
                  <a:pt x="198424" y="6580901"/>
                  <a:pt x="21866" y="6831011"/>
                </a:cubicBezTo>
                <a:lnTo>
                  <a:pt x="0" y="6861482"/>
                </a:lnTo>
                <a:lnTo>
                  <a:pt x="5463940" y="686148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37954B-2555-8190-0447-96206490A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3200400" cy="543137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Benefits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980C75-FE0D-EBE7-6082-84EF774D77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9439440"/>
              </p:ext>
            </p:extLst>
          </p:nvPr>
        </p:nvGraphicFramePr>
        <p:xfrm>
          <a:off x="5550568" y="713312"/>
          <a:ext cx="5803231" cy="5494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20701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F36526D-0F1F-46DD-8DDC-385EF7FFF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926ABA4-C8CE-4D75-AC96-BAC602AFF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482"/>
            <a:ext cx="5463940" cy="6861482"/>
          </a:xfrm>
          <a:custGeom>
            <a:avLst/>
            <a:gdLst>
              <a:gd name="connsiteX0" fmla="*/ 5463940 w 5463940"/>
              <a:gd name="connsiteY0" fmla="*/ 0 h 6861482"/>
              <a:gd name="connsiteX1" fmla="*/ 792388 w 5463940"/>
              <a:gd name="connsiteY1" fmla="*/ 0 h 6861482"/>
              <a:gd name="connsiteX2" fmla="*/ 807288 w 5463940"/>
              <a:gd name="connsiteY2" fmla="*/ 23688 h 6861482"/>
              <a:gd name="connsiteX3" fmla="*/ 847167 w 5463940"/>
              <a:gd name="connsiteY3" fmla="*/ 52392 h 6861482"/>
              <a:gd name="connsiteX4" fmla="*/ 861906 w 5463940"/>
              <a:gd name="connsiteY4" fmla="*/ 104693 h 6861482"/>
              <a:gd name="connsiteX5" fmla="*/ 891809 w 5463940"/>
              <a:gd name="connsiteY5" fmla="*/ 314763 h 6861482"/>
              <a:gd name="connsiteX6" fmla="*/ 883105 w 5463940"/>
              <a:gd name="connsiteY6" fmla="*/ 361124 h 6861482"/>
              <a:gd name="connsiteX7" fmla="*/ 839062 w 5463940"/>
              <a:gd name="connsiteY7" fmla="*/ 423850 h 6861482"/>
              <a:gd name="connsiteX8" fmla="*/ 804620 w 5463940"/>
              <a:gd name="connsiteY8" fmla="*/ 560313 h 6861482"/>
              <a:gd name="connsiteX9" fmla="*/ 736357 w 5463940"/>
              <a:gd name="connsiteY9" fmla="*/ 760897 h 6861482"/>
              <a:gd name="connsiteX10" fmla="*/ 701931 w 5463940"/>
              <a:gd name="connsiteY10" fmla="*/ 821285 h 6861482"/>
              <a:gd name="connsiteX11" fmla="*/ 730099 w 5463940"/>
              <a:gd name="connsiteY11" fmla="*/ 854014 h 6861482"/>
              <a:gd name="connsiteX12" fmla="*/ 828340 w 5463940"/>
              <a:gd name="connsiteY12" fmla="*/ 1080052 h 6861482"/>
              <a:gd name="connsiteX13" fmla="*/ 700490 w 5463940"/>
              <a:gd name="connsiteY13" fmla="*/ 1372761 h 6861482"/>
              <a:gd name="connsiteX14" fmla="*/ 632708 w 5463940"/>
              <a:gd name="connsiteY14" fmla="*/ 1466109 h 6861482"/>
              <a:gd name="connsiteX15" fmla="*/ 768641 w 5463940"/>
              <a:gd name="connsiteY15" fmla="*/ 1459414 h 6861482"/>
              <a:gd name="connsiteX16" fmla="*/ 819196 w 5463940"/>
              <a:gd name="connsiteY16" fmla="*/ 1556554 h 6861482"/>
              <a:gd name="connsiteX17" fmla="*/ 841602 w 5463940"/>
              <a:gd name="connsiteY17" fmla="*/ 1606217 h 6861482"/>
              <a:gd name="connsiteX18" fmla="*/ 979741 w 5463940"/>
              <a:gd name="connsiteY18" fmla="*/ 1914129 h 6861482"/>
              <a:gd name="connsiteX19" fmla="*/ 961586 w 5463940"/>
              <a:gd name="connsiteY19" fmla="*/ 2014028 h 6861482"/>
              <a:gd name="connsiteX20" fmla="*/ 763580 w 5463940"/>
              <a:gd name="connsiteY20" fmla="*/ 2524080 h 6861482"/>
              <a:gd name="connsiteX21" fmla="*/ 993601 w 5463940"/>
              <a:gd name="connsiteY21" fmla="*/ 2596949 h 6861482"/>
              <a:gd name="connsiteX22" fmla="*/ 1013917 w 5463940"/>
              <a:gd name="connsiteY22" fmla="*/ 2810127 h 6861482"/>
              <a:gd name="connsiteX23" fmla="*/ 1136989 w 5463940"/>
              <a:gd name="connsiteY23" fmla="*/ 3024678 h 6861482"/>
              <a:gd name="connsiteX24" fmla="*/ 1259967 w 5463940"/>
              <a:gd name="connsiteY24" fmla="*/ 3181568 h 6861482"/>
              <a:gd name="connsiteX25" fmla="*/ 1265794 w 5463940"/>
              <a:gd name="connsiteY25" fmla="*/ 3198166 h 6861482"/>
              <a:gd name="connsiteX26" fmla="*/ 1265717 w 5463940"/>
              <a:gd name="connsiteY26" fmla="*/ 3204655 h 6861482"/>
              <a:gd name="connsiteX27" fmla="*/ 1288242 w 5463940"/>
              <a:gd name="connsiteY27" fmla="*/ 3274732 h 6861482"/>
              <a:gd name="connsiteX28" fmla="*/ 1291297 w 5463940"/>
              <a:gd name="connsiteY28" fmla="*/ 3279721 h 6861482"/>
              <a:gd name="connsiteX29" fmla="*/ 1314272 w 5463940"/>
              <a:gd name="connsiteY29" fmla="*/ 3363918 h 6861482"/>
              <a:gd name="connsiteX30" fmla="*/ 1319860 w 5463940"/>
              <a:gd name="connsiteY30" fmla="*/ 3393684 h 6861482"/>
              <a:gd name="connsiteX31" fmla="*/ 1316519 w 5463940"/>
              <a:gd name="connsiteY31" fmla="*/ 3405686 h 6861482"/>
              <a:gd name="connsiteX32" fmla="*/ 1288529 w 5463940"/>
              <a:gd name="connsiteY32" fmla="*/ 3445525 h 6861482"/>
              <a:gd name="connsiteX33" fmla="*/ 1242782 w 5463940"/>
              <a:gd name="connsiteY33" fmla="*/ 3705028 h 6861482"/>
              <a:gd name="connsiteX34" fmla="*/ 1286485 w 5463940"/>
              <a:gd name="connsiteY34" fmla="*/ 3747325 h 6861482"/>
              <a:gd name="connsiteX35" fmla="*/ 1292276 w 5463940"/>
              <a:gd name="connsiteY35" fmla="*/ 3757935 h 6861482"/>
              <a:gd name="connsiteX36" fmla="*/ 1295640 w 5463940"/>
              <a:gd name="connsiteY36" fmla="*/ 3771718 h 6861482"/>
              <a:gd name="connsiteX37" fmla="*/ 1297165 w 5463940"/>
              <a:gd name="connsiteY37" fmla="*/ 3800021 h 6861482"/>
              <a:gd name="connsiteX38" fmla="*/ 1175354 w 5463940"/>
              <a:gd name="connsiteY38" fmla="*/ 3860429 h 6861482"/>
              <a:gd name="connsiteX39" fmla="*/ 1307283 w 5463940"/>
              <a:gd name="connsiteY39" fmla="*/ 4017890 h 6861482"/>
              <a:gd name="connsiteX40" fmla="*/ 1296662 w 5463940"/>
              <a:gd name="connsiteY40" fmla="*/ 4042035 h 6861482"/>
              <a:gd name="connsiteX41" fmla="*/ 1272882 w 5463940"/>
              <a:gd name="connsiteY41" fmla="*/ 4153970 h 6861482"/>
              <a:gd name="connsiteX42" fmla="*/ 1262688 w 5463940"/>
              <a:gd name="connsiteY42" fmla="*/ 4216187 h 6861482"/>
              <a:gd name="connsiteX43" fmla="*/ 1264417 w 5463940"/>
              <a:gd name="connsiteY43" fmla="*/ 4216187 h 6861482"/>
              <a:gd name="connsiteX44" fmla="*/ 1262699 w 5463940"/>
              <a:gd name="connsiteY44" fmla="*/ 4228245 h 6861482"/>
              <a:gd name="connsiteX45" fmla="*/ 1261091 w 5463940"/>
              <a:gd name="connsiteY45" fmla="*/ 4239616 h 6861482"/>
              <a:gd name="connsiteX46" fmla="*/ 1260815 w 5463940"/>
              <a:gd name="connsiteY46" fmla="*/ 4241609 h 6861482"/>
              <a:gd name="connsiteX47" fmla="*/ 1260967 w 5463940"/>
              <a:gd name="connsiteY47" fmla="*/ 4240495 h 6861482"/>
              <a:gd name="connsiteX48" fmla="*/ 1261091 w 5463940"/>
              <a:gd name="connsiteY48" fmla="*/ 4239616 h 6861482"/>
              <a:gd name="connsiteX49" fmla="*/ 1261469 w 5463940"/>
              <a:gd name="connsiteY49" fmla="*/ 4236887 h 6861482"/>
              <a:gd name="connsiteX50" fmla="*/ 1256626 w 5463940"/>
              <a:gd name="connsiteY50" fmla="*/ 4265601 h 6861482"/>
              <a:gd name="connsiteX51" fmla="*/ 1248755 w 5463940"/>
              <a:gd name="connsiteY51" fmla="*/ 4319440 h 6861482"/>
              <a:gd name="connsiteX52" fmla="*/ 1247265 w 5463940"/>
              <a:gd name="connsiteY52" fmla="*/ 4327380 h 6861482"/>
              <a:gd name="connsiteX53" fmla="*/ 1237396 w 5463940"/>
              <a:gd name="connsiteY53" fmla="*/ 4327380 h 6861482"/>
              <a:gd name="connsiteX54" fmla="*/ 1217455 w 5463940"/>
              <a:gd name="connsiteY54" fmla="*/ 4371063 h 6861482"/>
              <a:gd name="connsiteX55" fmla="*/ 1141096 w 5463940"/>
              <a:gd name="connsiteY55" fmla="*/ 4440302 h 6861482"/>
              <a:gd name="connsiteX56" fmla="*/ 987553 w 5463940"/>
              <a:gd name="connsiteY56" fmla="*/ 4640688 h 6861482"/>
              <a:gd name="connsiteX57" fmla="*/ 649254 w 5463940"/>
              <a:gd name="connsiteY57" fmla="*/ 5463560 h 6861482"/>
              <a:gd name="connsiteX58" fmla="*/ 542839 w 5463940"/>
              <a:gd name="connsiteY58" fmla="*/ 5729320 h 6861482"/>
              <a:gd name="connsiteX59" fmla="*/ 629662 w 5463940"/>
              <a:gd name="connsiteY59" fmla="*/ 5793573 h 6861482"/>
              <a:gd name="connsiteX60" fmla="*/ 476494 w 5463940"/>
              <a:gd name="connsiteY60" fmla="*/ 6082357 h 6861482"/>
              <a:gd name="connsiteX61" fmla="*/ 295356 w 5463940"/>
              <a:gd name="connsiteY61" fmla="*/ 6405892 h 6861482"/>
              <a:gd name="connsiteX62" fmla="*/ 21866 w 5463940"/>
              <a:gd name="connsiteY62" fmla="*/ 6831011 h 6861482"/>
              <a:gd name="connsiteX63" fmla="*/ 0 w 5463940"/>
              <a:gd name="connsiteY63" fmla="*/ 6861482 h 6861482"/>
              <a:gd name="connsiteX64" fmla="*/ 5463940 w 5463940"/>
              <a:gd name="connsiteY64" fmla="*/ 6861482 h 6861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5463940" h="6861482">
                <a:moveTo>
                  <a:pt x="5463940" y="0"/>
                </a:moveTo>
                <a:lnTo>
                  <a:pt x="792388" y="0"/>
                </a:lnTo>
                <a:lnTo>
                  <a:pt x="807288" y="23688"/>
                </a:lnTo>
                <a:cubicBezTo>
                  <a:pt x="818348" y="36363"/>
                  <a:pt x="831351" y="46345"/>
                  <a:pt x="847167" y="52392"/>
                </a:cubicBezTo>
                <a:cubicBezTo>
                  <a:pt x="862365" y="58007"/>
                  <a:pt x="867376" y="78523"/>
                  <a:pt x="861906" y="104693"/>
                </a:cubicBezTo>
                <a:cubicBezTo>
                  <a:pt x="843817" y="191375"/>
                  <a:pt x="858534" y="258432"/>
                  <a:pt x="891809" y="314763"/>
                </a:cubicBezTo>
                <a:cubicBezTo>
                  <a:pt x="903576" y="334407"/>
                  <a:pt x="899159" y="347903"/>
                  <a:pt x="883105" y="361124"/>
                </a:cubicBezTo>
                <a:cubicBezTo>
                  <a:pt x="864669" y="375704"/>
                  <a:pt x="850327" y="397046"/>
                  <a:pt x="839062" y="423850"/>
                </a:cubicBezTo>
                <a:cubicBezTo>
                  <a:pt x="820568" y="467166"/>
                  <a:pt x="811859" y="513531"/>
                  <a:pt x="804620" y="560313"/>
                </a:cubicBezTo>
                <a:cubicBezTo>
                  <a:pt x="793378" y="633687"/>
                  <a:pt x="780112" y="704450"/>
                  <a:pt x="736357" y="760897"/>
                </a:cubicBezTo>
                <a:cubicBezTo>
                  <a:pt x="723332" y="778040"/>
                  <a:pt x="712885" y="799992"/>
                  <a:pt x="701931" y="821285"/>
                </a:cubicBezTo>
                <a:cubicBezTo>
                  <a:pt x="705425" y="839840"/>
                  <a:pt x="714063" y="852486"/>
                  <a:pt x="730099" y="854014"/>
                </a:cubicBezTo>
                <a:cubicBezTo>
                  <a:pt x="832163" y="864105"/>
                  <a:pt x="827638" y="966113"/>
                  <a:pt x="828340" y="1080052"/>
                </a:cubicBezTo>
                <a:cubicBezTo>
                  <a:pt x="829412" y="1221065"/>
                  <a:pt x="771840" y="1300280"/>
                  <a:pt x="700490" y="1372761"/>
                </a:cubicBezTo>
                <a:cubicBezTo>
                  <a:pt x="676074" y="1397333"/>
                  <a:pt x="640472" y="1405223"/>
                  <a:pt x="632708" y="1466109"/>
                </a:cubicBezTo>
                <a:cubicBezTo>
                  <a:pt x="675330" y="1511622"/>
                  <a:pt x="723920" y="1454776"/>
                  <a:pt x="768641" y="1459414"/>
                </a:cubicBezTo>
                <a:cubicBezTo>
                  <a:pt x="805594" y="1463610"/>
                  <a:pt x="865476" y="1442049"/>
                  <a:pt x="819196" y="1556554"/>
                </a:cubicBezTo>
                <a:cubicBezTo>
                  <a:pt x="805723" y="1590108"/>
                  <a:pt x="823233" y="1607581"/>
                  <a:pt x="841602" y="1606217"/>
                </a:cubicBezTo>
                <a:cubicBezTo>
                  <a:pt x="990393" y="1592503"/>
                  <a:pt x="928704" y="1817105"/>
                  <a:pt x="979741" y="1914129"/>
                </a:cubicBezTo>
                <a:cubicBezTo>
                  <a:pt x="994130" y="1940125"/>
                  <a:pt x="981845" y="1995898"/>
                  <a:pt x="961586" y="2014028"/>
                </a:cubicBezTo>
                <a:cubicBezTo>
                  <a:pt x="833010" y="2130710"/>
                  <a:pt x="821559" y="2335317"/>
                  <a:pt x="763580" y="2524080"/>
                </a:cubicBezTo>
                <a:cubicBezTo>
                  <a:pt x="834503" y="2575904"/>
                  <a:pt x="917665" y="2570407"/>
                  <a:pt x="993601" y="2596949"/>
                </a:cubicBezTo>
                <a:cubicBezTo>
                  <a:pt x="1072474" y="2624324"/>
                  <a:pt x="1073570" y="2658988"/>
                  <a:pt x="1013917" y="2810127"/>
                </a:cubicBezTo>
                <a:cubicBezTo>
                  <a:pt x="1181198" y="2798901"/>
                  <a:pt x="1181198" y="2798901"/>
                  <a:pt x="1136989" y="3024678"/>
                </a:cubicBezTo>
                <a:cubicBezTo>
                  <a:pt x="1180902" y="3020054"/>
                  <a:pt x="1224298" y="3088781"/>
                  <a:pt x="1259967" y="3181568"/>
                </a:cubicBezTo>
                <a:lnTo>
                  <a:pt x="1265794" y="3198166"/>
                </a:lnTo>
                <a:lnTo>
                  <a:pt x="1265717" y="3204655"/>
                </a:lnTo>
                <a:cubicBezTo>
                  <a:pt x="1268733" y="3236251"/>
                  <a:pt x="1277862" y="3256804"/>
                  <a:pt x="1288242" y="3274732"/>
                </a:cubicBezTo>
                <a:lnTo>
                  <a:pt x="1291297" y="3279721"/>
                </a:lnTo>
                <a:lnTo>
                  <a:pt x="1314272" y="3363918"/>
                </a:lnTo>
                <a:lnTo>
                  <a:pt x="1319860" y="3393684"/>
                </a:lnTo>
                <a:lnTo>
                  <a:pt x="1316519" y="3405686"/>
                </a:lnTo>
                <a:cubicBezTo>
                  <a:pt x="1310372" y="3418102"/>
                  <a:pt x="1301211" y="3431228"/>
                  <a:pt x="1288529" y="3445525"/>
                </a:cubicBezTo>
                <a:cubicBezTo>
                  <a:pt x="1161348" y="3588143"/>
                  <a:pt x="1146805" y="3608961"/>
                  <a:pt x="1242782" y="3705028"/>
                </a:cubicBezTo>
                <a:lnTo>
                  <a:pt x="1286485" y="3747325"/>
                </a:lnTo>
                <a:lnTo>
                  <a:pt x="1292276" y="3757935"/>
                </a:lnTo>
                <a:lnTo>
                  <a:pt x="1295640" y="3771718"/>
                </a:lnTo>
                <a:cubicBezTo>
                  <a:pt x="1296144" y="3781009"/>
                  <a:pt x="1296074" y="3791627"/>
                  <a:pt x="1297165" y="3800021"/>
                </a:cubicBezTo>
                <a:cubicBezTo>
                  <a:pt x="1261584" y="3834526"/>
                  <a:pt x="1216509" y="3777846"/>
                  <a:pt x="1175354" y="3860429"/>
                </a:cubicBezTo>
                <a:lnTo>
                  <a:pt x="1307283" y="4017890"/>
                </a:lnTo>
                <a:lnTo>
                  <a:pt x="1296662" y="4042035"/>
                </a:lnTo>
                <a:cubicBezTo>
                  <a:pt x="1285446" y="4076730"/>
                  <a:pt x="1278762" y="4115040"/>
                  <a:pt x="1272882" y="4153970"/>
                </a:cubicBezTo>
                <a:lnTo>
                  <a:pt x="1262688" y="4216187"/>
                </a:lnTo>
                <a:lnTo>
                  <a:pt x="1264417" y="4216187"/>
                </a:lnTo>
                <a:lnTo>
                  <a:pt x="1262699" y="4228245"/>
                </a:lnTo>
                <a:lnTo>
                  <a:pt x="1261091" y="4239616"/>
                </a:lnTo>
                <a:lnTo>
                  <a:pt x="1260815" y="4241609"/>
                </a:lnTo>
                <a:cubicBezTo>
                  <a:pt x="1260689" y="4242505"/>
                  <a:pt x="1260696" y="4242428"/>
                  <a:pt x="1260967" y="4240495"/>
                </a:cubicBezTo>
                <a:lnTo>
                  <a:pt x="1261091" y="4239616"/>
                </a:lnTo>
                <a:lnTo>
                  <a:pt x="1261469" y="4236887"/>
                </a:lnTo>
                <a:cubicBezTo>
                  <a:pt x="1262532" y="4229054"/>
                  <a:pt x="1263675" y="4219786"/>
                  <a:pt x="1256626" y="4265601"/>
                </a:cubicBezTo>
                <a:cubicBezTo>
                  <a:pt x="1256291" y="4267782"/>
                  <a:pt x="1251762" y="4300784"/>
                  <a:pt x="1248755" y="4319440"/>
                </a:cubicBezTo>
                <a:lnTo>
                  <a:pt x="1247265" y="4327380"/>
                </a:lnTo>
                <a:lnTo>
                  <a:pt x="1237396" y="4327380"/>
                </a:lnTo>
                <a:lnTo>
                  <a:pt x="1217455" y="4371063"/>
                </a:lnTo>
                <a:cubicBezTo>
                  <a:pt x="1199891" y="4400506"/>
                  <a:pt x="1175680" y="4424583"/>
                  <a:pt x="1141096" y="4440302"/>
                </a:cubicBezTo>
                <a:cubicBezTo>
                  <a:pt x="1069946" y="4473150"/>
                  <a:pt x="1038303" y="4575550"/>
                  <a:pt x="987553" y="4640688"/>
                </a:cubicBezTo>
                <a:cubicBezTo>
                  <a:pt x="810580" y="4866180"/>
                  <a:pt x="695846" y="5129308"/>
                  <a:pt x="649254" y="5463560"/>
                </a:cubicBezTo>
                <a:cubicBezTo>
                  <a:pt x="636193" y="5556007"/>
                  <a:pt x="578841" y="5642157"/>
                  <a:pt x="542839" y="5729320"/>
                </a:cubicBezTo>
                <a:cubicBezTo>
                  <a:pt x="563420" y="5782527"/>
                  <a:pt x="660486" y="5634705"/>
                  <a:pt x="629662" y="5793573"/>
                </a:cubicBezTo>
                <a:cubicBezTo>
                  <a:pt x="606320" y="5913360"/>
                  <a:pt x="539304" y="6000311"/>
                  <a:pt x="476494" y="6082357"/>
                </a:cubicBezTo>
                <a:cubicBezTo>
                  <a:pt x="404358" y="6175982"/>
                  <a:pt x="324070" y="6256850"/>
                  <a:pt x="295356" y="6405892"/>
                </a:cubicBezTo>
                <a:cubicBezTo>
                  <a:pt x="293791" y="6413841"/>
                  <a:pt x="198424" y="6580901"/>
                  <a:pt x="21866" y="6831011"/>
                </a:cubicBezTo>
                <a:lnTo>
                  <a:pt x="0" y="6861482"/>
                </a:lnTo>
                <a:lnTo>
                  <a:pt x="5463940" y="686148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A32A7D-77AD-98FF-6FAE-9354BCB5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3200400" cy="5431376"/>
          </a:xfrm>
        </p:spPr>
        <p:txBody>
          <a:bodyPr>
            <a:normAutofit/>
          </a:bodyPr>
          <a:lstStyle/>
          <a:p>
            <a:r>
              <a:rPr lang="en-US" sz="2500">
                <a:solidFill>
                  <a:schemeClr val="bg1"/>
                </a:solidFill>
              </a:rPr>
              <a:t>SSE vs SignalR/WebSocket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2ACFC03-0DA9-CD50-6385-C27E21C77D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0255816"/>
              </p:ext>
            </p:extLst>
          </p:nvPr>
        </p:nvGraphicFramePr>
        <p:xfrm>
          <a:off x="5550568" y="713312"/>
          <a:ext cx="5803231" cy="54949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1608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E3596DD-156A-473E-9BB3-C6A29F757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26728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1">
              <a:lumMod val="8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EFEC1F-4665-EEF9-CD02-FE7B41EBA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643467"/>
            <a:ext cx="3888526" cy="1800526"/>
          </a:xfrm>
        </p:spPr>
        <p:txBody>
          <a:bodyPr>
            <a:normAutofit/>
          </a:bodyPr>
          <a:lstStyle/>
          <a:p>
            <a:r>
              <a:rPr lang="en-US"/>
              <a:t>Security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F2736-A55D-B730-8D85-EC7C20E13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881" y="2213478"/>
            <a:ext cx="5772806" cy="3553581"/>
          </a:xfrm>
        </p:spPr>
        <p:txBody>
          <a:bodyPr>
            <a:normAutofit/>
          </a:bodyPr>
          <a:lstStyle/>
          <a:p>
            <a:r>
              <a:rPr lang="en-US" sz="3200" dirty="0"/>
              <a:t>Both support HTTPS; </a:t>
            </a:r>
            <a:r>
              <a:rPr lang="en-US" sz="3200" dirty="0" err="1"/>
              <a:t>SignalR</a:t>
            </a:r>
            <a:r>
              <a:rPr lang="en-US" sz="3200" dirty="0"/>
              <a:t> integrates with ASP.NET authentication.</a:t>
            </a:r>
          </a:p>
          <a:p>
            <a:pPr marL="0" indent="0">
              <a:buNone/>
            </a:pPr>
            <a:endParaRPr lang="en-U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61402C-C102-EEFD-DF1D-2BEE541DD3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182" r="19529"/>
          <a:stretch>
            <a:fillRect/>
          </a:stretch>
        </p:blipFill>
        <p:spPr>
          <a:xfrm>
            <a:off x="7056646" y="1381883"/>
            <a:ext cx="4491887" cy="412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086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9E910-CDCC-1ED1-7414-E47D7535B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6479" y="256971"/>
            <a:ext cx="8973178" cy="552928"/>
          </a:xfrm>
        </p:spPr>
        <p:txBody>
          <a:bodyPr>
            <a:normAutofit fontScale="90000"/>
          </a:bodyPr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E43B1-9B62-C8AC-6A5C-AF2A9D727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4285" y="993059"/>
            <a:ext cx="3950110" cy="583784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Waiting for the job …</a:t>
            </a:r>
          </a:p>
        </p:txBody>
      </p:sp>
      <p:pic>
        <p:nvPicPr>
          <p:cNvPr id="1036" name="Picture 12" descr="Browser - Free web icons">
            <a:extLst>
              <a:ext uri="{FF2B5EF4-FFF2-40B4-BE49-F238E27FC236}">
                <a16:creationId xmlns:a16="http://schemas.microsoft.com/office/drawing/2014/main" id="{1C5F445E-0466-B487-3F81-70F2DB292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677" y="1711719"/>
            <a:ext cx="1642068" cy="1642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14DCED9-E41B-C550-380F-8EB06EF3CBC5}"/>
              </a:ext>
            </a:extLst>
          </p:cNvPr>
          <p:cNvSpPr/>
          <p:nvPr/>
        </p:nvSpPr>
        <p:spPr>
          <a:xfrm>
            <a:off x="3969099" y="1607737"/>
            <a:ext cx="3084844" cy="1821264"/>
          </a:xfrm>
          <a:prstGeom prst="rect">
            <a:avLst/>
          </a:prstGeom>
          <a:ln>
            <a:solidFill>
              <a:srgbClr val="008E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9cd59e … -&gt; </a:t>
            </a:r>
            <a:r>
              <a:rPr lang="en-US" b="1" dirty="0" err="1"/>
              <a:t>HttpContext</a:t>
            </a:r>
            <a:endParaRPr lang="en-US" b="1" dirty="0"/>
          </a:p>
          <a:p>
            <a:pPr algn="ctr"/>
            <a:r>
              <a:rPr lang="en-US" b="1" dirty="0"/>
              <a:t>7c16f2 … -&gt; </a:t>
            </a:r>
            <a:r>
              <a:rPr lang="en-US" b="1" dirty="0" err="1"/>
              <a:t>HttpContext</a:t>
            </a:r>
            <a:endParaRPr lang="en-US" b="1" dirty="0"/>
          </a:p>
          <a:p>
            <a:pPr algn="ctr"/>
            <a:r>
              <a:rPr lang="en-US" b="1" dirty="0"/>
              <a:t>66bbf7 … -&gt; </a:t>
            </a:r>
            <a:r>
              <a:rPr lang="en-US" b="1" dirty="0" err="1"/>
              <a:t>Httpcontext</a:t>
            </a:r>
            <a:endParaRPr lang="en-US" b="1" dirty="0"/>
          </a:p>
          <a:p>
            <a:pPr algn="ctr"/>
            <a:r>
              <a:rPr lang="en-US" b="1" dirty="0"/>
              <a:t>694a52 … -&gt; </a:t>
            </a:r>
            <a:r>
              <a:rPr lang="en-US" b="1" dirty="0" err="1"/>
              <a:t>HttpContext</a:t>
            </a:r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800311-4DFE-EF66-7BEE-8610445D95B3}"/>
              </a:ext>
            </a:extLst>
          </p:cNvPr>
          <p:cNvCxnSpPr/>
          <p:nvPr/>
        </p:nvCxnSpPr>
        <p:spPr>
          <a:xfrm>
            <a:off x="1838632" y="2518369"/>
            <a:ext cx="1995949" cy="0"/>
          </a:xfrm>
          <a:prstGeom prst="straightConnector1">
            <a:avLst/>
          </a:prstGeom>
          <a:ln w="571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F35B866-99BD-7C22-2C5C-A95E7FBCD742}"/>
              </a:ext>
            </a:extLst>
          </p:cNvPr>
          <p:cNvSpPr txBox="1"/>
          <p:nvPr/>
        </p:nvSpPr>
        <p:spPr>
          <a:xfrm>
            <a:off x="9893898" y="1238405"/>
            <a:ext cx="132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8E40"/>
                </a:solidFill>
              </a:rPr>
              <a:t>9cd59e …</a:t>
            </a:r>
            <a:endParaRPr lang="en-US" dirty="0">
              <a:solidFill>
                <a:srgbClr val="008E4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5192702-F6FA-54AA-0195-CB4CEF8168C0}"/>
              </a:ext>
            </a:extLst>
          </p:cNvPr>
          <p:cNvCxnSpPr>
            <a:cxnSpLocks/>
          </p:cNvCxnSpPr>
          <p:nvPr/>
        </p:nvCxnSpPr>
        <p:spPr>
          <a:xfrm flipH="1">
            <a:off x="7216878" y="2509848"/>
            <a:ext cx="2480247" cy="0"/>
          </a:xfrm>
          <a:prstGeom prst="straightConnector1">
            <a:avLst/>
          </a:prstGeom>
          <a:ln w="57150" cap="flat" cmpd="sng" algn="ctr">
            <a:solidFill>
              <a:srgbClr val="008E4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A175238-E28A-7B59-284C-B027CC28019A}"/>
              </a:ext>
            </a:extLst>
          </p:cNvPr>
          <p:cNvCxnSpPr>
            <a:cxnSpLocks/>
          </p:cNvCxnSpPr>
          <p:nvPr/>
        </p:nvCxnSpPr>
        <p:spPr>
          <a:xfrm flipH="1">
            <a:off x="1838632" y="2917887"/>
            <a:ext cx="1825653" cy="0"/>
          </a:xfrm>
          <a:prstGeom prst="straightConnector1">
            <a:avLst/>
          </a:prstGeom>
          <a:ln w="57150" cap="flat" cmpd="sng" algn="ctr">
            <a:solidFill>
              <a:srgbClr val="008E4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8" name="Picture 17" descr="A yellow and grey trash can&#10;&#10;AI-generated content may be incorrect.">
            <a:extLst>
              <a:ext uri="{FF2B5EF4-FFF2-40B4-BE49-F238E27FC236}">
                <a16:creationId xmlns:a16="http://schemas.microsoft.com/office/drawing/2014/main" id="{3FE147E5-1B13-95CE-458F-EF1F3B19B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072" y="4151625"/>
            <a:ext cx="1995949" cy="199594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BC48772-FEBE-2201-B915-B8644F580D71}"/>
              </a:ext>
            </a:extLst>
          </p:cNvPr>
          <p:cNvSpPr txBox="1"/>
          <p:nvPr/>
        </p:nvSpPr>
        <p:spPr>
          <a:xfrm>
            <a:off x="3094892" y="4391204"/>
            <a:ext cx="132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9cd59e …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AC995EF-6594-8B73-06F3-3F5EDDE3C164}"/>
              </a:ext>
            </a:extLst>
          </p:cNvPr>
          <p:cNvCxnSpPr>
            <a:cxnSpLocks/>
          </p:cNvCxnSpPr>
          <p:nvPr/>
        </p:nvCxnSpPr>
        <p:spPr>
          <a:xfrm flipH="1">
            <a:off x="3274142" y="3532792"/>
            <a:ext cx="1553497" cy="763905"/>
          </a:xfrm>
          <a:prstGeom prst="straightConnector1">
            <a:avLst/>
          </a:prstGeom>
          <a:ln w="57150" cap="flat" cmpd="sng" algn="ctr">
            <a:solidFill>
              <a:srgbClr val="C0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4" name="Picture 2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23A464AF-D5F9-4597-DF78-D1285BF8A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016" y="2157251"/>
            <a:ext cx="647021" cy="647021"/>
          </a:xfrm>
          <a:prstGeom prst="rect">
            <a:avLst/>
          </a:prstGeom>
        </p:spPr>
      </p:pic>
      <p:pic>
        <p:nvPicPr>
          <p:cNvPr id="28" name="Picture 2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C5BD629-E680-994F-A55C-9EF882430E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5349" y="1576843"/>
            <a:ext cx="2030505" cy="2030505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ABB90E9-E727-D509-3A18-30F2AA4B8333}"/>
              </a:ext>
            </a:extLst>
          </p:cNvPr>
          <p:cNvSpPr txBox="1"/>
          <p:nvPr/>
        </p:nvSpPr>
        <p:spPr>
          <a:xfrm>
            <a:off x="2029051" y="2073822"/>
            <a:ext cx="132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9cd59e …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BDD39E-9019-98DC-CB37-98317E9618DF}"/>
              </a:ext>
            </a:extLst>
          </p:cNvPr>
          <p:cNvSpPr txBox="1"/>
          <p:nvPr/>
        </p:nvSpPr>
        <p:spPr>
          <a:xfrm>
            <a:off x="8022824" y="2107305"/>
            <a:ext cx="132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8E40"/>
                </a:solidFill>
              </a:rPr>
              <a:t>9cd59e …</a:t>
            </a:r>
            <a:endParaRPr lang="en-US" dirty="0">
              <a:solidFill>
                <a:srgbClr val="008E4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7ED5F8-16FF-2C11-2839-60E415DA4ED3}"/>
              </a:ext>
            </a:extLst>
          </p:cNvPr>
          <p:cNvSpPr txBox="1"/>
          <p:nvPr/>
        </p:nvSpPr>
        <p:spPr>
          <a:xfrm>
            <a:off x="2243412" y="2579921"/>
            <a:ext cx="132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8E40"/>
                </a:solidFill>
              </a:rPr>
              <a:t>9cd59e …</a:t>
            </a:r>
            <a:endParaRPr lang="en-US" dirty="0">
              <a:solidFill>
                <a:srgbClr val="008E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8452190"/>
      </p:ext>
    </p:extLst>
  </p:cSld>
  <p:clrMapOvr>
    <a:masterClrMapping/>
  </p:clrMapOvr>
</p:sld>
</file>

<file path=ppt/theme/theme1.xml><?xml version="1.0" encoding="utf-8"?>
<a:theme xmlns:a="http://schemas.openxmlformats.org/drawingml/2006/main" name="BrushVTI">
  <a:themeElements>
    <a:clrScheme name="Custom 17">
      <a:dk1>
        <a:sysClr val="windowText" lastClr="000000"/>
      </a:dk1>
      <a:lt1>
        <a:sysClr val="window" lastClr="FFFFFF"/>
      </a:lt1>
      <a:dk2>
        <a:srgbClr val="57495C"/>
      </a:dk2>
      <a:lt2>
        <a:srgbClr val="E7E6E6"/>
      </a:lt2>
      <a:accent1>
        <a:srgbClr val="F07C98"/>
      </a:accent1>
      <a:accent2>
        <a:srgbClr val="A6778D"/>
      </a:accent2>
      <a:accent3>
        <a:srgbClr val="768BA6"/>
      </a:accent3>
      <a:accent4>
        <a:srgbClr val="E8908B"/>
      </a:accent4>
      <a:accent5>
        <a:srgbClr val="C47A93"/>
      </a:accent5>
      <a:accent6>
        <a:srgbClr val="70A8DB"/>
      </a:accent6>
      <a:hlink>
        <a:srgbClr val="EB8067"/>
      </a:hlink>
      <a:folHlink>
        <a:srgbClr val="7BC7C0"/>
      </a:folHlink>
    </a:clrScheme>
    <a:fontScheme name="Custom 3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rushVTI" id="{7102FA3A-9D7B-4497-8C4B-FB535AAFDE06}" vid="{C6D41F62-6FAB-440A-BEC7-CB7BF19081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192</Words>
  <Application>Microsoft Office PowerPoint</Application>
  <PresentationFormat>Widescreen</PresentationFormat>
  <Paragraphs>38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Century Gothic</vt:lpstr>
      <vt:lpstr>BrushVTI</vt:lpstr>
      <vt:lpstr>HTTP SSE VS SignalR Websocket SSE</vt:lpstr>
      <vt:lpstr>Why it’s matters?</vt:lpstr>
      <vt:lpstr>HTTP SSE</vt:lpstr>
      <vt:lpstr>PowerPoint Presentation</vt:lpstr>
      <vt:lpstr>SignalR with WebSocket</vt:lpstr>
      <vt:lpstr>Benefits</vt:lpstr>
      <vt:lpstr>SSE vs SignalR/WebSocket</vt:lpstr>
      <vt:lpstr>Security</vt:lpstr>
      <vt:lpstr>Implementation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Холматов Хусрав Абдугаффорович</dc:creator>
  <cp:lastModifiedBy>Холматов Хусрав Абдугаффорович</cp:lastModifiedBy>
  <cp:revision>7</cp:revision>
  <dcterms:created xsi:type="dcterms:W3CDTF">2025-12-16T09:07:42Z</dcterms:created>
  <dcterms:modified xsi:type="dcterms:W3CDTF">2025-12-16T11:53:13Z</dcterms:modified>
</cp:coreProperties>
</file>